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sldIdLst>
    <p:sldId id="256" r:id="rId2"/>
    <p:sldId id="257" r:id="rId3"/>
    <p:sldId id="258" r:id="rId4"/>
    <p:sldId id="260" r:id="rId5"/>
    <p:sldId id="262" r:id="rId6"/>
    <p:sldId id="270" r:id="rId7"/>
    <p:sldId id="266" r:id="rId8"/>
    <p:sldId id="263" r:id="rId9"/>
    <p:sldId id="267" r:id="rId10"/>
    <p:sldId id="264" r:id="rId11"/>
    <p:sldId id="265" r:id="rId12"/>
    <p:sldId id="268" r:id="rId13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789F9F-B020-BF31-CFA5-FF4F40CF982F}" v="405" dt="2024-04-29T08:23:50.143"/>
    <p1510:client id="{83EF2364-D808-8863-FED9-313477A8614F}" v="108" dt="2024-04-28T17:08:15.270"/>
    <p1510:client id="{E6638BCD-4263-70B7-F9A3-DD6713D80576}" v="27" dt="2024-04-28T20:11:14.7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5" autoAdjust="0"/>
    <p:restoredTop sz="94660"/>
  </p:normalViewPr>
  <p:slideViewPr>
    <p:cSldViewPr snapToGrid="0">
      <p:cViewPr varScale="1">
        <p:scale>
          <a:sx n="86" d="100"/>
          <a:sy n="86" d="100"/>
        </p:scale>
        <p:origin x="6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rve Yılmaz" userId="c3ed3447afa3f6a7" providerId="Windows Live" clId="Web-{71789F9F-B020-BF31-CFA5-FF4F40CF982F}"/>
    <pc:docChg chg="addSld delSld modSld">
      <pc:chgData name="Merve Yılmaz" userId="c3ed3447afa3f6a7" providerId="Windows Live" clId="Web-{71789F9F-B020-BF31-CFA5-FF4F40CF982F}" dt="2024-04-29T08:23:50.143" v="404" actId="20577"/>
      <pc:docMkLst>
        <pc:docMk/>
      </pc:docMkLst>
      <pc:sldChg chg="modTransition">
        <pc:chgData name="Merve Yılmaz" userId="c3ed3447afa3f6a7" providerId="Windows Live" clId="Web-{71789F9F-B020-BF31-CFA5-FF4F40CF982F}" dt="2024-04-29T07:37:43.714" v="283"/>
        <pc:sldMkLst>
          <pc:docMk/>
          <pc:sldMk cId="1674425800" sldId="256"/>
        </pc:sldMkLst>
      </pc:sldChg>
      <pc:sldChg chg="modTransition">
        <pc:chgData name="Merve Yılmaz" userId="c3ed3447afa3f6a7" providerId="Windows Live" clId="Web-{71789F9F-B020-BF31-CFA5-FF4F40CF982F}" dt="2024-04-29T07:37:55.199" v="284"/>
        <pc:sldMkLst>
          <pc:docMk/>
          <pc:sldMk cId="3918550610" sldId="257"/>
        </pc:sldMkLst>
      </pc:sldChg>
      <pc:sldChg chg="del">
        <pc:chgData name="Merve Yılmaz" userId="c3ed3447afa3f6a7" providerId="Windows Live" clId="Web-{71789F9F-B020-BF31-CFA5-FF4F40CF982F}" dt="2024-04-29T07:27:56.928" v="222"/>
        <pc:sldMkLst>
          <pc:docMk/>
          <pc:sldMk cId="3892030533" sldId="259"/>
        </pc:sldMkLst>
      </pc:sldChg>
      <pc:sldChg chg="modSp">
        <pc:chgData name="Merve Yılmaz" userId="c3ed3447afa3f6a7" providerId="Windows Live" clId="Web-{71789F9F-B020-BF31-CFA5-FF4F40CF982F}" dt="2024-04-29T08:23:50.143" v="404" actId="20577"/>
        <pc:sldMkLst>
          <pc:docMk/>
          <pc:sldMk cId="2941697491" sldId="260"/>
        </pc:sldMkLst>
        <pc:spChg chg="mod">
          <ac:chgData name="Merve Yılmaz" userId="c3ed3447afa3f6a7" providerId="Windows Live" clId="Web-{71789F9F-B020-BF31-CFA5-FF4F40CF982F}" dt="2024-04-29T08:23:50.143" v="404" actId="20577"/>
          <ac:spMkLst>
            <pc:docMk/>
            <pc:sldMk cId="2941697491" sldId="260"/>
            <ac:spMk id="3" creationId="{171BC845-DADC-64D3-4855-4DBCE84D2F45}"/>
          </ac:spMkLst>
        </pc:spChg>
      </pc:sldChg>
      <pc:sldChg chg="del">
        <pc:chgData name="Merve Yılmaz" userId="c3ed3447afa3f6a7" providerId="Windows Live" clId="Web-{71789F9F-B020-BF31-CFA5-FF4F40CF982F}" dt="2024-04-29T07:25:15.844" v="208"/>
        <pc:sldMkLst>
          <pc:docMk/>
          <pc:sldMk cId="4169252909" sldId="261"/>
        </pc:sldMkLst>
      </pc:sldChg>
      <pc:sldChg chg="addSp delSp modSp mod setBg">
        <pc:chgData name="Merve Yılmaz" userId="c3ed3447afa3f6a7" providerId="Windows Live" clId="Web-{71789F9F-B020-BF31-CFA5-FF4F40CF982F}" dt="2024-04-29T07:57:17.522" v="326"/>
        <pc:sldMkLst>
          <pc:docMk/>
          <pc:sldMk cId="1285853817" sldId="262"/>
        </pc:sldMkLst>
        <pc:spChg chg="mod">
          <ac:chgData name="Merve Yılmaz" userId="c3ed3447afa3f6a7" providerId="Windows Live" clId="Web-{71789F9F-B020-BF31-CFA5-FF4F40CF982F}" dt="2024-04-29T07:57:17.522" v="326"/>
          <ac:spMkLst>
            <pc:docMk/>
            <pc:sldMk cId="1285853817" sldId="262"/>
            <ac:spMk id="2" creationId="{0833C9B1-F3FE-8BAD-0EE9-FF654E383533}"/>
          </ac:spMkLst>
        </pc:spChg>
        <pc:spChg chg="del mod">
          <ac:chgData name="Merve Yılmaz" userId="c3ed3447afa3f6a7" providerId="Windows Live" clId="Web-{71789F9F-B020-BF31-CFA5-FF4F40CF982F}" dt="2024-04-29T07:57:17.522" v="326"/>
          <ac:spMkLst>
            <pc:docMk/>
            <pc:sldMk cId="1285853817" sldId="262"/>
            <ac:spMk id="3" creationId="{EE6D2BD3-16F9-AE28-33F3-0D423611EBE1}"/>
          </ac:spMkLst>
        </pc:spChg>
        <pc:spChg chg="add del">
          <ac:chgData name="Merve Yılmaz" userId="c3ed3447afa3f6a7" providerId="Windows Live" clId="Web-{71789F9F-B020-BF31-CFA5-FF4F40CF982F}" dt="2024-04-29T07:57:17.522" v="326"/>
          <ac:spMkLst>
            <pc:docMk/>
            <pc:sldMk cId="1285853817" sldId="262"/>
            <ac:spMk id="8" creationId="{DC878D9A-77BE-4701-AE3D-EEFC53CD50BC}"/>
          </ac:spMkLst>
        </pc:spChg>
        <pc:spChg chg="add del">
          <ac:chgData name="Merve Yılmaz" userId="c3ed3447afa3f6a7" providerId="Windows Live" clId="Web-{71789F9F-B020-BF31-CFA5-FF4F40CF982F}" dt="2024-04-29T07:57:17.522" v="326"/>
          <ac:spMkLst>
            <pc:docMk/>
            <pc:sldMk cId="1285853817" sldId="262"/>
            <ac:spMk id="10" creationId="{F643BE08-0ED1-4B73-AC6D-B7E26A59CDAA}"/>
          </ac:spMkLst>
        </pc:spChg>
        <pc:spChg chg="add del">
          <ac:chgData name="Merve Yılmaz" userId="c3ed3447afa3f6a7" providerId="Windows Live" clId="Web-{71789F9F-B020-BF31-CFA5-FF4F40CF982F}" dt="2024-04-29T07:57:17.522" v="326"/>
          <ac:spMkLst>
            <pc:docMk/>
            <pc:sldMk cId="1285853817" sldId="262"/>
            <ac:spMk id="12" creationId="{956B2094-7FC0-45FC-BFED-3CB88CEE63F5}"/>
          </ac:spMkLst>
        </pc:spChg>
        <pc:spChg chg="add del">
          <ac:chgData name="Merve Yılmaz" userId="c3ed3447afa3f6a7" providerId="Windows Live" clId="Web-{71789F9F-B020-BF31-CFA5-FF4F40CF982F}" dt="2024-04-29T07:57:17.522" v="326"/>
          <ac:spMkLst>
            <pc:docMk/>
            <pc:sldMk cId="1285853817" sldId="262"/>
            <ac:spMk id="14" creationId="{07A4B640-BB7F-4272-A710-068DBA9F9A6E}"/>
          </ac:spMkLst>
        </pc:spChg>
        <pc:graphicFrameChg chg="add">
          <ac:chgData name="Merve Yılmaz" userId="c3ed3447afa3f6a7" providerId="Windows Live" clId="Web-{71789F9F-B020-BF31-CFA5-FF4F40CF982F}" dt="2024-04-29T07:57:17.522" v="326"/>
          <ac:graphicFrameMkLst>
            <pc:docMk/>
            <pc:sldMk cId="1285853817" sldId="262"/>
            <ac:graphicFrameMk id="16" creationId="{29BB2DD4-55D8-EBAA-BF44-3E087532C5D2}"/>
          </ac:graphicFrameMkLst>
        </pc:graphicFrameChg>
      </pc:sldChg>
      <pc:sldChg chg="addSp delSp modSp new mod setBg modClrScheme chgLayout">
        <pc:chgData name="Merve Yılmaz" userId="c3ed3447afa3f6a7" providerId="Windows Live" clId="Web-{71789F9F-B020-BF31-CFA5-FF4F40CF982F}" dt="2024-04-29T07:52:06.120" v="303" actId="20577"/>
        <pc:sldMkLst>
          <pc:docMk/>
          <pc:sldMk cId="1244940608" sldId="263"/>
        </pc:sldMkLst>
        <pc:spChg chg="del">
          <ac:chgData name="Merve Yılmaz" userId="c3ed3447afa3f6a7" providerId="Windows Live" clId="Web-{71789F9F-B020-BF31-CFA5-FF4F40CF982F}" dt="2024-04-29T07:03:21.297" v="33"/>
          <ac:spMkLst>
            <pc:docMk/>
            <pc:sldMk cId="1244940608" sldId="263"/>
            <ac:spMk id="2" creationId="{440B0FD7-6C98-3042-A908-3BC1C1BD53A2}"/>
          </ac:spMkLst>
        </pc:spChg>
        <pc:spChg chg="mod ord">
          <ac:chgData name="Merve Yılmaz" userId="c3ed3447afa3f6a7" providerId="Windows Live" clId="Web-{71789F9F-B020-BF31-CFA5-FF4F40CF982F}" dt="2024-04-29T07:52:06.120" v="303" actId="20577"/>
          <ac:spMkLst>
            <pc:docMk/>
            <pc:sldMk cId="1244940608" sldId="263"/>
            <ac:spMk id="3" creationId="{6B265F8D-64B7-52D8-6843-AEEDA545CC2B}"/>
          </ac:spMkLst>
        </pc:spChg>
        <pc:spChg chg="add">
          <ac:chgData name="Merve Yılmaz" userId="c3ed3447afa3f6a7" providerId="Windows Live" clId="Web-{71789F9F-B020-BF31-CFA5-FF4F40CF982F}" dt="2024-04-29T07:03:29.719" v="34"/>
          <ac:spMkLst>
            <pc:docMk/>
            <pc:sldMk cId="1244940608" sldId="263"/>
            <ac:spMk id="16" creationId="{DC878D9A-77BE-4701-AE3D-EEFC53CD50BC}"/>
          </ac:spMkLst>
        </pc:spChg>
        <pc:spChg chg="add">
          <ac:chgData name="Merve Yılmaz" userId="c3ed3447afa3f6a7" providerId="Windows Live" clId="Web-{71789F9F-B020-BF31-CFA5-FF4F40CF982F}" dt="2024-04-29T07:03:29.719" v="34"/>
          <ac:spMkLst>
            <pc:docMk/>
            <pc:sldMk cId="1244940608" sldId="263"/>
            <ac:spMk id="18" creationId="{F643BE08-0ED1-4B73-AC6D-B7E26A59CDAA}"/>
          </ac:spMkLst>
        </pc:spChg>
        <pc:spChg chg="add">
          <ac:chgData name="Merve Yılmaz" userId="c3ed3447afa3f6a7" providerId="Windows Live" clId="Web-{71789F9F-B020-BF31-CFA5-FF4F40CF982F}" dt="2024-04-29T07:03:29.719" v="34"/>
          <ac:spMkLst>
            <pc:docMk/>
            <pc:sldMk cId="1244940608" sldId="263"/>
            <ac:spMk id="20" creationId="{956B2094-7FC0-45FC-BFED-3CB88CEE63F5}"/>
          </ac:spMkLst>
        </pc:spChg>
        <pc:spChg chg="add">
          <ac:chgData name="Merve Yılmaz" userId="c3ed3447afa3f6a7" providerId="Windows Live" clId="Web-{71789F9F-B020-BF31-CFA5-FF4F40CF982F}" dt="2024-04-29T07:03:29.719" v="34"/>
          <ac:spMkLst>
            <pc:docMk/>
            <pc:sldMk cId="1244940608" sldId="263"/>
            <ac:spMk id="22" creationId="{07A4B640-BB7F-4272-A710-068DBA9F9A6E}"/>
          </ac:spMkLst>
        </pc:spChg>
        <pc:grpChg chg="add">
          <ac:chgData name="Merve Yılmaz" userId="c3ed3447afa3f6a7" providerId="Windows Live" clId="Web-{71789F9F-B020-BF31-CFA5-FF4F40CF982F}" dt="2024-04-29T07:03:29.719" v="34"/>
          <ac:grpSpMkLst>
            <pc:docMk/>
            <pc:sldMk cId="1244940608" sldId="263"/>
            <ac:grpSpMk id="8" creationId="{614F7DB2-2747-44B1-8CCD-EA4CF6EABA54}"/>
          </ac:grpSpMkLst>
        </pc:grpChg>
        <pc:cxnChg chg="add">
          <ac:chgData name="Merve Yılmaz" userId="c3ed3447afa3f6a7" providerId="Windows Live" clId="Web-{71789F9F-B020-BF31-CFA5-FF4F40CF982F}" dt="2024-04-29T07:03:29.719" v="34"/>
          <ac:cxnSpMkLst>
            <pc:docMk/>
            <pc:sldMk cId="1244940608" sldId="263"/>
            <ac:cxnSpMk id="14" creationId="{2C02D87C-1E23-4B24-AFE6-A85743C72FDD}"/>
          </ac:cxnSpMkLst>
        </pc:cxnChg>
      </pc:sldChg>
      <pc:sldChg chg="addSp modSp new mod modClrScheme chgLayout">
        <pc:chgData name="Merve Yılmaz" userId="c3ed3447afa3f6a7" providerId="Windows Live" clId="Web-{71789F9F-B020-BF31-CFA5-FF4F40CF982F}" dt="2024-04-29T07:17:20.702" v="43" actId="20577"/>
        <pc:sldMkLst>
          <pc:docMk/>
          <pc:sldMk cId="2557018899" sldId="264"/>
        </pc:sldMkLst>
        <pc:spChg chg="add mod">
          <ac:chgData name="Merve Yılmaz" userId="c3ed3447afa3f6a7" providerId="Windows Live" clId="Web-{71789F9F-B020-BF31-CFA5-FF4F40CF982F}" dt="2024-04-29T07:17:20.702" v="43" actId="20577"/>
          <ac:spMkLst>
            <pc:docMk/>
            <pc:sldMk cId="2557018899" sldId="264"/>
            <ac:spMk id="2" creationId="{DAA1CF16-216F-0948-1B5C-3476936DDE0E}"/>
          </ac:spMkLst>
        </pc:spChg>
        <pc:spChg chg="add mod">
          <ac:chgData name="Merve Yılmaz" userId="c3ed3447afa3f6a7" providerId="Windows Live" clId="Web-{71789F9F-B020-BF31-CFA5-FF4F40CF982F}" dt="2024-04-29T07:17:04.248" v="41" actId="20577"/>
          <ac:spMkLst>
            <pc:docMk/>
            <pc:sldMk cId="2557018899" sldId="264"/>
            <ac:spMk id="3" creationId="{4F397134-865A-AD8A-0080-9EB9D188A131}"/>
          </ac:spMkLst>
        </pc:spChg>
      </pc:sldChg>
      <pc:sldChg chg="addSp delSp modSp new mod modTransition setBg">
        <pc:chgData name="Merve Yılmaz" userId="c3ed3447afa3f6a7" providerId="Windows Live" clId="Web-{71789F9F-B020-BF31-CFA5-FF4F40CF982F}" dt="2024-04-29T08:22:35.140" v="394"/>
        <pc:sldMkLst>
          <pc:docMk/>
          <pc:sldMk cId="3138846404" sldId="265"/>
        </pc:sldMkLst>
        <pc:spChg chg="mod">
          <ac:chgData name="Merve Yılmaz" userId="c3ed3447afa3f6a7" providerId="Windows Live" clId="Web-{71789F9F-B020-BF31-CFA5-FF4F40CF982F}" dt="2024-04-29T08:22:35.140" v="394"/>
          <ac:spMkLst>
            <pc:docMk/>
            <pc:sldMk cId="3138846404" sldId="265"/>
            <ac:spMk id="2" creationId="{EEC8D08C-A13D-6752-1E14-6C2169A8669A}"/>
          </ac:spMkLst>
        </pc:spChg>
        <pc:spChg chg="mod">
          <ac:chgData name="Merve Yılmaz" userId="c3ed3447afa3f6a7" providerId="Windows Live" clId="Web-{71789F9F-B020-BF31-CFA5-FF4F40CF982F}" dt="2024-04-29T08:22:35.140" v="394"/>
          <ac:spMkLst>
            <pc:docMk/>
            <pc:sldMk cId="3138846404" sldId="265"/>
            <ac:spMk id="3" creationId="{6CFE40F7-2CAA-93E5-01BB-A419AA9B577A}"/>
          </ac:spMkLst>
        </pc:spChg>
        <pc:spChg chg="add del">
          <ac:chgData name="Merve Yılmaz" userId="c3ed3447afa3f6a7" providerId="Windows Live" clId="Web-{71789F9F-B020-BF31-CFA5-FF4F40CF982F}" dt="2024-04-29T08:22:35.077" v="393"/>
          <ac:spMkLst>
            <pc:docMk/>
            <pc:sldMk cId="3138846404" sldId="265"/>
            <ac:spMk id="8" creationId="{D12B819D-CC31-407E-85A4-38D86944A0BD}"/>
          </ac:spMkLst>
        </pc:spChg>
        <pc:spChg chg="add del">
          <ac:chgData name="Merve Yılmaz" userId="c3ed3447afa3f6a7" providerId="Windows Live" clId="Web-{71789F9F-B020-BF31-CFA5-FF4F40CF982F}" dt="2024-04-29T08:22:35.077" v="393"/>
          <ac:spMkLst>
            <pc:docMk/>
            <pc:sldMk cId="3138846404" sldId="265"/>
            <ac:spMk id="10" creationId="{1433B347-AE1B-487E-9813-FC88C0DD71A7}"/>
          </ac:spMkLst>
        </pc:spChg>
        <pc:spChg chg="add del">
          <ac:chgData name="Merve Yılmaz" userId="c3ed3447afa3f6a7" providerId="Windows Live" clId="Web-{71789F9F-B020-BF31-CFA5-FF4F40CF982F}" dt="2024-04-29T08:22:35.077" v="393"/>
          <ac:spMkLst>
            <pc:docMk/>
            <pc:sldMk cId="3138846404" sldId="265"/>
            <ac:spMk id="12" creationId="{7FE02B2F-D95A-47B1-8DA1-163D342608C7}"/>
          </ac:spMkLst>
        </pc:spChg>
        <pc:spChg chg="add">
          <ac:chgData name="Merve Yılmaz" userId="c3ed3447afa3f6a7" providerId="Windows Live" clId="Web-{71789F9F-B020-BF31-CFA5-FF4F40CF982F}" dt="2024-04-29T08:22:35.140" v="394"/>
          <ac:spMkLst>
            <pc:docMk/>
            <pc:sldMk cId="3138846404" sldId="265"/>
            <ac:spMk id="16" creationId="{42156184-C35E-40FF-9C64-B7F0FF61C20D}"/>
          </ac:spMkLst>
        </pc:spChg>
        <pc:spChg chg="add">
          <ac:chgData name="Merve Yılmaz" userId="c3ed3447afa3f6a7" providerId="Windows Live" clId="Web-{71789F9F-B020-BF31-CFA5-FF4F40CF982F}" dt="2024-04-29T08:22:35.140" v="394"/>
          <ac:spMkLst>
            <pc:docMk/>
            <pc:sldMk cId="3138846404" sldId="265"/>
            <ac:spMk id="17" creationId="{FE584079-BD13-4EFC-9B7D-BB620B5E7003}"/>
          </ac:spMkLst>
        </pc:spChg>
        <pc:spChg chg="add">
          <ac:chgData name="Merve Yılmaz" userId="c3ed3447afa3f6a7" providerId="Windows Live" clId="Web-{71789F9F-B020-BF31-CFA5-FF4F40CF982F}" dt="2024-04-29T08:22:35.140" v="394"/>
          <ac:spMkLst>
            <pc:docMk/>
            <pc:sldMk cId="3138846404" sldId="265"/>
            <ac:spMk id="18" creationId="{5C7053FF-8E4D-4155-86CE-50A72DCD3266}"/>
          </ac:spMkLst>
        </pc:spChg>
        <pc:spChg chg="add">
          <ac:chgData name="Merve Yılmaz" userId="c3ed3447afa3f6a7" providerId="Windows Live" clId="Web-{71789F9F-B020-BF31-CFA5-FF4F40CF982F}" dt="2024-04-29T08:22:35.140" v="394"/>
          <ac:spMkLst>
            <pc:docMk/>
            <pc:sldMk cId="3138846404" sldId="265"/>
            <ac:spMk id="19" creationId="{D42F442A-E722-4FA8-8DA6-41899E8842F3}"/>
          </ac:spMkLst>
        </pc:spChg>
        <pc:cxnChg chg="add del">
          <ac:chgData name="Merve Yılmaz" userId="c3ed3447afa3f6a7" providerId="Windows Live" clId="Web-{71789F9F-B020-BF31-CFA5-FF4F40CF982F}" dt="2024-04-29T08:22:35.077" v="393"/>
          <ac:cxnSpMkLst>
            <pc:docMk/>
            <pc:sldMk cId="3138846404" sldId="265"/>
            <ac:cxnSpMk id="14" creationId="{ED867580-55A6-4E67-A38E-4D1E3D4FBAF3}"/>
          </ac:cxnSpMkLst>
        </pc:cxnChg>
      </pc:sldChg>
      <pc:sldChg chg="addSp delSp modSp new del mod modTransition setBg modClrScheme setClrOvrMap delDesignElem chgLayout">
        <pc:chgData name="Merve Yılmaz" userId="c3ed3447afa3f6a7" providerId="Windows Live" clId="Web-{71789F9F-B020-BF31-CFA5-FF4F40CF982F}" dt="2024-04-29T08:18:33.444" v="388" actId="1076"/>
        <pc:sldMkLst>
          <pc:docMk/>
          <pc:sldMk cId="3346432077" sldId="266"/>
        </pc:sldMkLst>
        <pc:spChg chg="del mod ord">
          <ac:chgData name="Merve Yılmaz" userId="c3ed3447afa3f6a7" providerId="Windows Live" clId="Web-{71789F9F-B020-BF31-CFA5-FF4F40CF982F}" dt="2024-04-29T07:26:14.190" v="217"/>
          <ac:spMkLst>
            <pc:docMk/>
            <pc:sldMk cId="3346432077" sldId="266"/>
            <ac:spMk id="2" creationId="{CEACF5AD-768E-AD2F-3955-935B7D94F663}"/>
          </ac:spMkLst>
        </pc:spChg>
        <pc:spChg chg="del mod ord">
          <ac:chgData name="Merve Yılmaz" userId="c3ed3447afa3f6a7" providerId="Windows Live" clId="Web-{71789F9F-B020-BF31-CFA5-FF4F40CF982F}" dt="2024-04-29T07:26:48.160" v="218"/>
          <ac:spMkLst>
            <pc:docMk/>
            <pc:sldMk cId="3346432077" sldId="266"/>
            <ac:spMk id="3" creationId="{D1B7D6E5-6611-8D20-DD18-E7DD3D97C0A8}"/>
          </ac:spMkLst>
        </pc:spChg>
        <pc:spChg chg="add del mod ord">
          <ac:chgData name="Merve Yılmaz" userId="c3ed3447afa3f6a7" providerId="Windows Live" clId="Web-{71789F9F-B020-BF31-CFA5-FF4F40CF982F}" dt="2024-04-29T07:26:03.424" v="211"/>
          <ac:spMkLst>
            <pc:docMk/>
            <pc:sldMk cId="3346432077" sldId="266"/>
            <ac:spMk id="4" creationId="{8932820C-24CF-9E6B-2F7F-43ECE28F0736}"/>
          </ac:spMkLst>
        </pc:spChg>
        <pc:spChg chg="add del mod ord">
          <ac:chgData name="Merve Yılmaz" userId="c3ed3447afa3f6a7" providerId="Windows Live" clId="Web-{71789F9F-B020-BF31-CFA5-FF4F40CF982F}" dt="2024-04-29T07:26:03.424" v="211"/>
          <ac:spMkLst>
            <pc:docMk/>
            <pc:sldMk cId="3346432077" sldId="266"/>
            <ac:spMk id="5" creationId="{AAC4AE05-0539-359F-DDDA-770E15A42F8E}"/>
          </ac:spMkLst>
        </pc:spChg>
        <pc:spChg chg="add del mod ord">
          <ac:chgData name="Merve Yılmaz" userId="c3ed3447afa3f6a7" providerId="Windows Live" clId="Web-{71789F9F-B020-BF31-CFA5-FF4F40CF982F}" dt="2024-04-29T07:27:22.239" v="219"/>
          <ac:spMkLst>
            <pc:docMk/>
            <pc:sldMk cId="3346432077" sldId="266"/>
            <ac:spMk id="6" creationId="{7708439D-3C8B-B2FB-49FF-B64E2FE27B6B}"/>
          </ac:spMkLst>
        </pc:spChg>
        <pc:spChg chg="add mod ord">
          <ac:chgData name="Merve Yılmaz" userId="c3ed3447afa3f6a7" providerId="Windows Live" clId="Web-{71789F9F-B020-BF31-CFA5-FF4F40CF982F}" dt="2024-04-29T08:18:04.661" v="382"/>
          <ac:spMkLst>
            <pc:docMk/>
            <pc:sldMk cId="3346432077" sldId="266"/>
            <ac:spMk id="8" creationId="{7B661F26-738E-58DB-D3E5-639D6722392A}"/>
          </ac:spMkLst>
        </pc:spChg>
        <pc:spChg chg="add mod ord">
          <ac:chgData name="Merve Yılmaz" userId="c3ed3447afa3f6a7" providerId="Windows Live" clId="Web-{71789F9F-B020-BF31-CFA5-FF4F40CF982F}" dt="2024-04-29T08:18:04.661" v="382"/>
          <ac:spMkLst>
            <pc:docMk/>
            <pc:sldMk cId="3346432077" sldId="266"/>
            <ac:spMk id="12" creationId="{71B23224-772F-036C-7D43-96B203C18915}"/>
          </ac:spMkLst>
        </pc:spChg>
        <pc:spChg chg="add del mod ord">
          <ac:chgData name="Merve Yılmaz" userId="c3ed3447afa3f6a7" providerId="Windows Live" clId="Web-{71789F9F-B020-BF31-CFA5-FF4F40CF982F}" dt="2024-04-29T08:16:22.158" v="360"/>
          <ac:spMkLst>
            <pc:docMk/>
            <pc:sldMk cId="3346432077" sldId="266"/>
            <ac:spMk id="14" creationId="{08FC3764-8EF1-5316-B4D8-A4C0DE903AB7}"/>
          </ac:spMkLst>
        </pc:spChg>
        <pc:spChg chg="add del mod ord">
          <ac:chgData name="Merve Yılmaz" userId="c3ed3447afa3f6a7" providerId="Windows Live" clId="Web-{71789F9F-B020-BF31-CFA5-FF4F40CF982F}" dt="2024-04-29T08:16:22.158" v="360"/>
          <ac:spMkLst>
            <pc:docMk/>
            <pc:sldMk cId="3346432077" sldId="266"/>
            <ac:spMk id="15" creationId="{94194682-D870-3740-A6FD-C035E26CDB3C}"/>
          </ac:spMkLst>
        </pc:spChg>
        <pc:spChg chg="add del">
          <ac:chgData name="Merve Yılmaz" userId="c3ed3447afa3f6a7" providerId="Windows Live" clId="Web-{71789F9F-B020-BF31-CFA5-FF4F40CF982F}" dt="2024-04-29T08:16:13.314" v="359"/>
          <ac:spMkLst>
            <pc:docMk/>
            <pc:sldMk cId="3346432077" sldId="266"/>
            <ac:spMk id="25" creationId="{333F0879-3DA0-4CB8-B35E-A0AD42558191}"/>
          </ac:spMkLst>
        </pc:spChg>
        <pc:spChg chg="add">
          <ac:chgData name="Merve Yılmaz" userId="c3ed3447afa3f6a7" providerId="Windows Live" clId="Web-{71789F9F-B020-BF31-CFA5-FF4F40CF982F}" dt="2024-04-29T08:18:04.661" v="382"/>
          <ac:spMkLst>
            <pc:docMk/>
            <pc:sldMk cId="3346432077" sldId="266"/>
            <ac:spMk id="26" creationId="{2EEF69A6-3443-481F-9636-8056FD3C01B8}"/>
          </ac:spMkLst>
        </pc:spChg>
        <pc:spChg chg="add del">
          <ac:chgData name="Merve Yılmaz" userId="c3ed3447afa3f6a7" providerId="Windows Live" clId="Web-{71789F9F-B020-BF31-CFA5-FF4F40CF982F}" dt="2024-04-29T08:16:13.314" v="359"/>
          <ac:spMkLst>
            <pc:docMk/>
            <pc:sldMk cId="3346432077" sldId="266"/>
            <ac:spMk id="27" creationId="{324D2183-F388-476E-92A9-D6639D698580}"/>
          </ac:spMkLst>
        </pc:spChg>
        <pc:spChg chg="add">
          <ac:chgData name="Merve Yılmaz" userId="c3ed3447afa3f6a7" providerId="Windows Live" clId="Web-{71789F9F-B020-BF31-CFA5-FF4F40CF982F}" dt="2024-04-29T08:18:04.661" v="382"/>
          <ac:spMkLst>
            <pc:docMk/>
            <pc:sldMk cId="3346432077" sldId="266"/>
            <ac:spMk id="28" creationId="{62DA9DDA-6708-4E6F-8A09-90C6007D47DC}"/>
          </ac:spMkLst>
        </pc:spChg>
        <pc:spChg chg="add del">
          <ac:chgData name="Merve Yılmaz" userId="c3ed3447afa3f6a7" providerId="Windows Live" clId="Web-{71789F9F-B020-BF31-CFA5-FF4F40CF982F}" dt="2024-04-29T08:16:13.314" v="359"/>
          <ac:spMkLst>
            <pc:docMk/>
            <pc:sldMk cId="3346432077" sldId="266"/>
            <ac:spMk id="29" creationId="{243462E7-1698-4B21-BE89-AEFAC7C2FEFA}"/>
          </ac:spMkLst>
        </pc:spChg>
        <pc:spChg chg="add">
          <ac:chgData name="Merve Yılmaz" userId="c3ed3447afa3f6a7" providerId="Windows Live" clId="Web-{71789F9F-B020-BF31-CFA5-FF4F40CF982F}" dt="2024-04-29T08:18:04.661" v="382"/>
          <ac:spMkLst>
            <pc:docMk/>
            <pc:sldMk cId="3346432077" sldId="266"/>
            <ac:spMk id="30" creationId="{1E9E42D4-A338-40E9-8211-9443164F3099}"/>
          </ac:spMkLst>
        </pc:spChg>
        <pc:spChg chg="add del">
          <ac:chgData name="Merve Yılmaz" userId="c3ed3447afa3f6a7" providerId="Windows Live" clId="Web-{71789F9F-B020-BF31-CFA5-FF4F40CF982F}" dt="2024-04-29T08:16:13.314" v="359"/>
          <ac:spMkLst>
            <pc:docMk/>
            <pc:sldMk cId="3346432077" sldId="266"/>
            <ac:spMk id="31" creationId="{6C22FCAC-D7EC-4A52-B153-FF761E2235B3}"/>
          </ac:spMkLst>
        </pc:spChg>
        <pc:spChg chg="add del">
          <ac:chgData name="Merve Yılmaz" userId="c3ed3447afa3f6a7" providerId="Windows Live" clId="Web-{71789F9F-B020-BF31-CFA5-FF4F40CF982F}" dt="2024-04-29T07:30:09.901" v="234"/>
          <ac:spMkLst>
            <pc:docMk/>
            <pc:sldMk cId="3346432077" sldId="266"/>
            <ac:spMk id="44" creationId="{0B78BE18-6882-4FAA-BC8C-CA216E963816}"/>
          </ac:spMkLst>
        </pc:spChg>
        <pc:spChg chg="add del">
          <ac:chgData name="Merve Yılmaz" userId="c3ed3447afa3f6a7" providerId="Windows Live" clId="Web-{71789F9F-B020-BF31-CFA5-FF4F40CF982F}" dt="2024-04-29T07:30:09.901" v="234"/>
          <ac:spMkLst>
            <pc:docMk/>
            <pc:sldMk cId="3346432077" sldId="266"/>
            <ac:spMk id="46" creationId="{1A34F12D-8C0F-46CA-9F4A-D56193C37E3A}"/>
          </ac:spMkLst>
        </pc:spChg>
        <pc:spChg chg="add del">
          <ac:chgData name="Merve Yılmaz" userId="c3ed3447afa3f6a7" providerId="Windows Live" clId="Web-{71789F9F-B020-BF31-CFA5-FF4F40CF982F}" dt="2024-04-29T07:30:09.901" v="234"/>
          <ac:spMkLst>
            <pc:docMk/>
            <pc:sldMk cId="3346432077" sldId="266"/>
            <ac:spMk id="48" creationId="{F3838012-22B6-4303-8F29-04E1419B3A57}"/>
          </ac:spMkLst>
        </pc:spChg>
        <pc:grpChg chg="add del">
          <ac:chgData name="Merve Yılmaz" userId="c3ed3447afa3f6a7" providerId="Windows Live" clId="Web-{71789F9F-B020-BF31-CFA5-FF4F40CF982F}" dt="2024-04-29T08:16:13.314" v="359"/>
          <ac:grpSpMkLst>
            <pc:docMk/>
            <pc:sldMk cId="3346432077" sldId="266"/>
            <ac:grpSpMk id="17" creationId="{3F6D81C7-B083-478E-82FE-089A8CB72EB8}"/>
          </ac:grpSpMkLst>
        </pc:grpChg>
        <pc:grpChg chg="add del">
          <ac:chgData name="Merve Yılmaz" userId="c3ed3447afa3f6a7" providerId="Windows Live" clId="Web-{71789F9F-B020-BF31-CFA5-FF4F40CF982F}" dt="2024-04-29T08:18:04.583" v="381"/>
          <ac:grpSpMkLst>
            <pc:docMk/>
            <pc:sldMk cId="3346432077" sldId="266"/>
            <ac:grpSpMk id="18" creationId="{C93797FD-7F0A-483E-966E-7FE88F8D8798}"/>
          </ac:grpSpMkLst>
        </pc:grpChg>
        <pc:grpChg chg="add">
          <ac:chgData name="Merve Yılmaz" userId="c3ed3447afa3f6a7" providerId="Windows Live" clId="Web-{71789F9F-B020-BF31-CFA5-FF4F40CF982F}" dt="2024-04-29T08:18:04.661" v="382"/>
          <ac:grpSpMkLst>
            <pc:docMk/>
            <pc:sldMk cId="3346432077" sldId="266"/>
            <ac:grpSpMk id="32" creationId="{C93797FD-7F0A-483E-966E-7FE88F8D8798}"/>
          </ac:grpSpMkLst>
        </pc:grpChg>
        <pc:grpChg chg="add del">
          <ac:chgData name="Merve Yılmaz" userId="c3ed3447afa3f6a7" providerId="Windows Live" clId="Web-{71789F9F-B020-BF31-CFA5-FF4F40CF982F}" dt="2024-04-29T07:30:09.901" v="234"/>
          <ac:grpSpMkLst>
            <pc:docMk/>
            <pc:sldMk cId="3346432077" sldId="266"/>
            <ac:grpSpMk id="36" creationId="{DFB5D1BB-0703-437B-BD1E-1D07F8A2730B}"/>
          </ac:grpSpMkLst>
        </pc:grpChg>
        <pc:grpChg chg="add del">
          <ac:chgData name="Merve Yılmaz" userId="c3ed3447afa3f6a7" providerId="Windows Live" clId="Web-{71789F9F-B020-BF31-CFA5-FF4F40CF982F}" dt="2024-04-29T07:30:09.901" v="234"/>
          <ac:grpSpMkLst>
            <pc:docMk/>
            <pc:sldMk cId="3346432077" sldId="266"/>
            <ac:grpSpMk id="52" creationId="{F03F5A17-2CE9-4ADD-9FAF-C1A0BB39CD0A}"/>
          </ac:grpSpMkLst>
        </pc:grpChg>
        <pc:picChg chg="add mod ord">
          <ac:chgData name="Merve Yılmaz" userId="c3ed3447afa3f6a7" providerId="Windows Live" clId="Web-{71789F9F-B020-BF31-CFA5-FF4F40CF982F}" dt="2024-04-29T08:18:26.443" v="386" actId="1076"/>
          <ac:picMkLst>
            <pc:docMk/>
            <pc:sldMk cId="3346432077" sldId="266"/>
            <ac:picMk id="9" creationId="{DEF059C9-471E-49F8-CEA7-9B43117AEA9D}"/>
          </ac:picMkLst>
        </pc:picChg>
        <pc:picChg chg="add del mod ord">
          <ac:chgData name="Merve Yılmaz" userId="c3ed3447afa3f6a7" providerId="Windows Live" clId="Web-{71789F9F-B020-BF31-CFA5-FF4F40CF982F}" dt="2024-04-29T07:28:02.522" v="223"/>
          <ac:picMkLst>
            <pc:docMk/>
            <pc:sldMk cId="3346432077" sldId="266"/>
            <ac:picMk id="10" creationId="{B4E2E781-D26B-4502-163C-164D6EFA1709}"/>
          </ac:picMkLst>
        </pc:picChg>
        <pc:picChg chg="add mod">
          <ac:chgData name="Merve Yılmaz" userId="c3ed3447afa3f6a7" providerId="Windows Live" clId="Web-{71789F9F-B020-BF31-CFA5-FF4F40CF982F}" dt="2024-04-29T08:18:33.444" v="388" actId="1076"/>
          <ac:picMkLst>
            <pc:docMk/>
            <pc:sldMk cId="3346432077" sldId="266"/>
            <ac:picMk id="13" creationId="{6511EAD0-F490-661A-AEBF-4EA0263AC3DA}"/>
          </ac:picMkLst>
        </pc:picChg>
        <pc:picChg chg="add del mod">
          <ac:chgData name="Merve Yılmaz" userId="c3ed3447afa3f6a7" providerId="Windows Live" clId="Web-{71789F9F-B020-BF31-CFA5-FF4F40CF982F}" dt="2024-04-29T08:16:39.158" v="365"/>
          <ac:picMkLst>
            <pc:docMk/>
            <pc:sldMk cId="3346432077" sldId="266"/>
            <ac:picMk id="16" creationId="{914C4654-BFCA-8A26-254B-3AF161CEAA41}"/>
          </ac:picMkLst>
        </pc:picChg>
        <pc:cxnChg chg="add del">
          <ac:chgData name="Merve Yılmaz" userId="c3ed3447afa3f6a7" providerId="Windows Live" clId="Web-{71789F9F-B020-BF31-CFA5-FF4F40CF982F}" dt="2024-04-29T08:16:13.314" v="359"/>
          <ac:cxnSpMkLst>
            <pc:docMk/>
            <pc:sldMk cId="3346432077" sldId="266"/>
            <ac:cxnSpMk id="23" creationId="{F06B54F2-CD11-4359-A7D6-DA7C76C091A6}"/>
          </ac:cxnSpMkLst>
        </pc:cxnChg>
        <pc:cxnChg chg="add del">
          <ac:chgData name="Merve Yılmaz" userId="c3ed3447afa3f6a7" providerId="Windows Live" clId="Web-{71789F9F-B020-BF31-CFA5-FF4F40CF982F}" dt="2024-04-29T08:18:04.583" v="381"/>
          <ac:cxnSpMkLst>
            <pc:docMk/>
            <pc:sldMk cId="3346432077" sldId="266"/>
            <ac:cxnSpMk id="24" creationId="{DDB3BAEE-5BE4-4B17-A2DA-B334759C47AB}"/>
          </ac:cxnSpMkLst>
        </pc:cxnChg>
        <pc:cxnChg chg="add">
          <ac:chgData name="Merve Yılmaz" userId="c3ed3447afa3f6a7" providerId="Windows Live" clId="Web-{71789F9F-B020-BF31-CFA5-FF4F40CF982F}" dt="2024-04-29T08:18:04.661" v="382"/>
          <ac:cxnSpMkLst>
            <pc:docMk/>
            <pc:sldMk cId="3346432077" sldId="266"/>
            <ac:cxnSpMk id="33" creationId="{DDB3BAEE-5BE4-4B17-A2DA-B334759C47AB}"/>
          </ac:cxnSpMkLst>
        </pc:cxnChg>
        <pc:cxnChg chg="add del">
          <ac:chgData name="Merve Yılmaz" userId="c3ed3447afa3f6a7" providerId="Windows Live" clId="Web-{71789F9F-B020-BF31-CFA5-FF4F40CF982F}" dt="2024-04-29T07:30:09.901" v="234"/>
          <ac:cxnSpMkLst>
            <pc:docMk/>
            <pc:sldMk cId="3346432077" sldId="266"/>
            <ac:cxnSpMk id="42" creationId="{883F92AF-2403-4558-B1D7-72130A1E4BC7}"/>
          </ac:cxnSpMkLst>
        </pc:cxnChg>
        <pc:cxnChg chg="add del">
          <ac:chgData name="Merve Yılmaz" userId="c3ed3447afa3f6a7" providerId="Windows Live" clId="Web-{71789F9F-B020-BF31-CFA5-FF4F40CF982F}" dt="2024-04-29T07:30:09.901" v="234"/>
          <ac:cxnSpMkLst>
            <pc:docMk/>
            <pc:sldMk cId="3346432077" sldId="266"/>
            <ac:cxnSpMk id="50" creationId="{AB061FF5-9F81-427C-8DA5-3989395517FB}"/>
          </ac:cxnSpMkLst>
        </pc:cxnChg>
      </pc:sldChg>
      <pc:sldChg chg="addSp delSp modSp new mod modTransition setBg modClrScheme chgLayout">
        <pc:chgData name="Merve Yılmaz" userId="c3ed3447afa3f6a7" providerId="Windows Live" clId="Web-{71789F9F-B020-BF31-CFA5-FF4F40CF982F}" dt="2024-04-29T08:10:39.630" v="352" actId="14100"/>
        <pc:sldMkLst>
          <pc:docMk/>
          <pc:sldMk cId="2165169027" sldId="267"/>
        </pc:sldMkLst>
        <pc:spChg chg="add del mod ord">
          <ac:chgData name="Merve Yılmaz" userId="c3ed3447afa3f6a7" providerId="Windows Live" clId="Web-{71789F9F-B020-BF31-CFA5-FF4F40CF982F}" dt="2024-04-29T07:33:34.627" v="261"/>
          <ac:spMkLst>
            <pc:docMk/>
            <pc:sldMk cId="2165169027" sldId="267"/>
            <ac:spMk id="3" creationId="{94F2CB1D-C9FF-B257-F028-DF24867E0935}"/>
          </ac:spMkLst>
        </pc:spChg>
        <pc:spChg chg="add mod ord">
          <ac:chgData name="Merve Yılmaz" userId="c3ed3447afa3f6a7" providerId="Windows Live" clId="Web-{71789F9F-B020-BF31-CFA5-FF4F40CF982F}" dt="2024-04-29T08:10:05.269" v="344" actId="20577"/>
          <ac:spMkLst>
            <pc:docMk/>
            <pc:sldMk cId="2165169027" sldId="267"/>
            <ac:spMk id="4" creationId="{E053B0E6-9F20-81B5-9AE7-A5A8F3B5F24B}"/>
          </ac:spMkLst>
        </pc:spChg>
        <pc:spChg chg="add mod ord">
          <ac:chgData name="Merve Yılmaz" userId="c3ed3447afa3f6a7" providerId="Windows Live" clId="Web-{71789F9F-B020-BF31-CFA5-FF4F40CF982F}" dt="2024-04-29T07:33:34.627" v="261"/>
          <ac:spMkLst>
            <pc:docMk/>
            <pc:sldMk cId="2165169027" sldId="267"/>
            <ac:spMk id="5" creationId="{EBB0F506-B52C-C64F-73D8-1FCAE641C242}"/>
          </ac:spMkLst>
        </pc:spChg>
        <pc:spChg chg="add">
          <ac:chgData name="Merve Yılmaz" userId="c3ed3447afa3f6a7" providerId="Windows Live" clId="Web-{71789F9F-B020-BF31-CFA5-FF4F40CF982F}" dt="2024-04-29T07:33:34.627" v="261"/>
          <ac:spMkLst>
            <pc:docMk/>
            <pc:sldMk cId="2165169027" sldId="267"/>
            <ac:spMk id="17" creationId="{4434DCA8-BC57-40AE-94D7-754460957E7F}"/>
          </ac:spMkLst>
        </pc:spChg>
        <pc:spChg chg="add">
          <ac:chgData name="Merve Yılmaz" userId="c3ed3447afa3f6a7" providerId="Windows Live" clId="Web-{71789F9F-B020-BF31-CFA5-FF4F40CF982F}" dt="2024-04-29T07:33:34.627" v="261"/>
          <ac:spMkLst>
            <pc:docMk/>
            <pc:sldMk cId="2165169027" sldId="267"/>
            <ac:spMk id="21" creationId="{D43CA6E1-DE85-4998-B1CA-2B617EDF60F8}"/>
          </ac:spMkLst>
        </pc:spChg>
        <pc:grpChg chg="add">
          <ac:chgData name="Merve Yılmaz" userId="c3ed3447afa3f6a7" providerId="Windows Live" clId="Web-{71789F9F-B020-BF31-CFA5-FF4F40CF982F}" dt="2024-04-29T07:33:34.627" v="261"/>
          <ac:grpSpMkLst>
            <pc:docMk/>
            <pc:sldMk cId="2165169027" sldId="267"/>
            <ac:grpSpMk id="11" creationId="{B77576E5-E7DB-46C7-B0D9-A0AB18787301}"/>
          </ac:grpSpMkLst>
        </pc:grpChg>
        <pc:picChg chg="add del mod">
          <ac:chgData name="Merve Yılmaz" userId="c3ed3447afa3f6a7" providerId="Windows Live" clId="Web-{71789F9F-B020-BF31-CFA5-FF4F40CF982F}" dt="2024-04-29T07:36:54.900" v="277"/>
          <ac:picMkLst>
            <pc:docMk/>
            <pc:sldMk cId="2165169027" sldId="267"/>
            <ac:picMk id="2" creationId="{6397C1B9-3E73-ACCF-5388-33583EFE0A5C}"/>
          </ac:picMkLst>
        </pc:picChg>
        <pc:picChg chg="add del mod">
          <ac:chgData name="Merve Yılmaz" userId="c3ed3447afa3f6a7" providerId="Windows Live" clId="Web-{71789F9F-B020-BF31-CFA5-FF4F40CF982F}" dt="2024-04-29T08:09:56.909" v="339"/>
          <ac:picMkLst>
            <pc:docMk/>
            <pc:sldMk cId="2165169027" sldId="267"/>
            <ac:picMk id="6" creationId="{C31843E9-6094-5E09-D231-AB230B39A4E6}"/>
          </ac:picMkLst>
        </pc:picChg>
        <pc:picChg chg="add mod">
          <ac:chgData name="Merve Yılmaz" userId="c3ed3447afa3f6a7" providerId="Windows Live" clId="Web-{71789F9F-B020-BF31-CFA5-FF4F40CF982F}" dt="2024-04-29T08:10:39.630" v="352" actId="14100"/>
          <ac:picMkLst>
            <pc:docMk/>
            <pc:sldMk cId="2165169027" sldId="267"/>
            <ac:picMk id="7" creationId="{77CCA4AF-218E-4742-B491-3C156A15D61D}"/>
          </ac:picMkLst>
        </pc:picChg>
        <pc:picChg chg="add">
          <ac:chgData name="Merve Yılmaz" userId="c3ed3447afa3f6a7" providerId="Windows Live" clId="Web-{71789F9F-B020-BF31-CFA5-FF4F40CF982F}" dt="2024-04-29T07:33:34.627" v="261"/>
          <ac:picMkLst>
            <pc:docMk/>
            <pc:sldMk cId="2165169027" sldId="267"/>
            <ac:picMk id="19" creationId="{E93A23A1-FB7B-4C57-8240-0B6015C11161}"/>
          </ac:picMkLst>
        </pc:picChg>
        <pc:picChg chg="add">
          <ac:chgData name="Merve Yılmaz" userId="c3ed3447afa3f6a7" providerId="Windows Live" clId="Web-{71789F9F-B020-BF31-CFA5-FF4F40CF982F}" dt="2024-04-29T07:33:34.627" v="261"/>
          <ac:picMkLst>
            <pc:docMk/>
            <pc:sldMk cId="2165169027" sldId="267"/>
            <ac:picMk id="23" creationId="{AD162A3C-D7A8-4B2A-94B1-73192CBC573B}"/>
          </ac:picMkLst>
        </pc:picChg>
        <pc:picChg chg="add">
          <ac:chgData name="Merve Yılmaz" userId="c3ed3447afa3f6a7" providerId="Windows Live" clId="Web-{71789F9F-B020-BF31-CFA5-FF4F40CF982F}" dt="2024-04-29T07:33:34.627" v="261"/>
          <ac:picMkLst>
            <pc:docMk/>
            <pc:sldMk cId="2165169027" sldId="267"/>
            <ac:picMk id="25" creationId="{6B8F1012-6DEE-4829-9F32-620A71109464}"/>
          </ac:picMkLst>
        </pc:picChg>
      </pc:sldChg>
      <pc:sldChg chg="addSp delSp modSp new del mod modClrScheme chgLayout">
        <pc:chgData name="Merve Yılmaz" userId="c3ed3447afa3f6a7" providerId="Windows Live" clId="Web-{71789F9F-B020-BF31-CFA5-FF4F40CF982F}" dt="2024-04-29T07:31:11.825" v="249"/>
        <pc:sldMkLst>
          <pc:docMk/>
          <pc:sldMk cId="4106656981" sldId="267"/>
        </pc:sldMkLst>
        <pc:spChg chg="del">
          <ac:chgData name="Merve Yılmaz" userId="c3ed3447afa3f6a7" providerId="Windows Live" clId="Web-{71789F9F-B020-BF31-CFA5-FF4F40CF982F}" dt="2024-04-29T07:29:28.993" v="232"/>
          <ac:spMkLst>
            <pc:docMk/>
            <pc:sldMk cId="4106656981" sldId="267"/>
            <ac:spMk id="2" creationId="{9F01547C-9ACF-A6B5-4A6C-7F99D699F48F}"/>
          </ac:spMkLst>
        </pc:spChg>
        <pc:spChg chg="del">
          <ac:chgData name="Merve Yılmaz" userId="c3ed3447afa3f6a7" providerId="Windows Live" clId="Web-{71789F9F-B020-BF31-CFA5-FF4F40CF982F}" dt="2024-04-29T07:28:59.040" v="228"/>
          <ac:spMkLst>
            <pc:docMk/>
            <pc:sldMk cId="4106656981" sldId="267"/>
            <ac:spMk id="3" creationId="{507BC218-448C-722F-B4D2-B419026AE5CE}"/>
          </ac:spMkLst>
        </pc:spChg>
        <pc:spChg chg="del">
          <ac:chgData name="Merve Yılmaz" userId="c3ed3447afa3f6a7" providerId="Windows Live" clId="Web-{71789F9F-B020-BF31-CFA5-FF4F40CF982F}" dt="2024-04-29T07:29:28.993" v="232"/>
          <ac:spMkLst>
            <pc:docMk/>
            <pc:sldMk cId="4106656981" sldId="267"/>
            <ac:spMk id="4" creationId="{FCACBF29-2A5E-1BF7-C6B9-CD33732BDBBE}"/>
          </ac:spMkLst>
        </pc:spChg>
        <pc:picChg chg="add mod ord">
          <ac:chgData name="Merve Yılmaz" userId="c3ed3447afa3f6a7" providerId="Windows Live" clId="Web-{71789F9F-B020-BF31-CFA5-FF4F40CF982F}" dt="2024-04-29T07:29:28.993" v="232"/>
          <ac:picMkLst>
            <pc:docMk/>
            <pc:sldMk cId="4106656981" sldId="267"/>
            <ac:picMk id="5" creationId="{46235B10-DB23-1AD2-C5D8-8C2AF3393F68}"/>
          </ac:picMkLst>
        </pc:picChg>
      </pc:sldChg>
      <pc:sldChg chg="modSp new">
        <pc:chgData name="Merve Yılmaz" userId="c3ed3447afa3f6a7" providerId="Windows Live" clId="Web-{71789F9F-B020-BF31-CFA5-FF4F40CF982F}" dt="2024-04-29T08:23:38.408" v="403" actId="20577"/>
        <pc:sldMkLst>
          <pc:docMk/>
          <pc:sldMk cId="2892666276" sldId="268"/>
        </pc:sldMkLst>
        <pc:spChg chg="mod">
          <ac:chgData name="Merve Yılmaz" userId="c3ed3447afa3f6a7" providerId="Windows Live" clId="Web-{71789F9F-B020-BF31-CFA5-FF4F40CF982F}" dt="2024-04-29T07:34:53.943" v="272" actId="20577"/>
          <ac:spMkLst>
            <pc:docMk/>
            <pc:sldMk cId="2892666276" sldId="268"/>
            <ac:spMk id="2" creationId="{6A427C64-8D83-94C7-E969-7477B20D97DF}"/>
          </ac:spMkLst>
        </pc:spChg>
        <pc:spChg chg="mod">
          <ac:chgData name="Merve Yılmaz" userId="c3ed3447afa3f6a7" providerId="Windows Live" clId="Web-{71789F9F-B020-BF31-CFA5-FF4F40CF982F}" dt="2024-04-29T08:23:38.408" v="403" actId="20577"/>
          <ac:spMkLst>
            <pc:docMk/>
            <pc:sldMk cId="2892666276" sldId="268"/>
            <ac:spMk id="3" creationId="{4079C9A1-F830-6A9B-B9EA-F5EE40728797}"/>
          </ac:spMkLst>
        </pc:spChg>
      </pc:sldChg>
      <pc:sldChg chg="addSp delSp modSp new del mod setBg modClrScheme chgLayout">
        <pc:chgData name="Merve Yılmaz" userId="c3ed3447afa3f6a7" providerId="Windows Live" clId="Web-{71789F9F-B020-BF31-CFA5-FF4F40CF982F}" dt="2024-04-29T07:56:19.130" v="320"/>
        <pc:sldMkLst>
          <pc:docMk/>
          <pc:sldMk cId="2880905710" sldId="269"/>
        </pc:sldMkLst>
        <pc:spChg chg="del mod ord">
          <ac:chgData name="Merve Yılmaz" userId="c3ed3447afa3f6a7" providerId="Windows Live" clId="Web-{71789F9F-B020-BF31-CFA5-FF4F40CF982F}" dt="2024-04-29T07:53:43.077" v="308"/>
          <ac:spMkLst>
            <pc:docMk/>
            <pc:sldMk cId="2880905710" sldId="269"/>
            <ac:spMk id="2" creationId="{DC5B67E4-E2D2-613B-5D06-A85E97DBF2A6}"/>
          </ac:spMkLst>
        </pc:spChg>
        <pc:spChg chg="del mod ord">
          <ac:chgData name="Merve Yılmaz" userId="c3ed3447afa3f6a7" providerId="Windows Live" clId="Web-{71789F9F-B020-BF31-CFA5-FF4F40CF982F}" dt="2024-04-29T07:53:54.562" v="309"/>
          <ac:spMkLst>
            <pc:docMk/>
            <pc:sldMk cId="2880905710" sldId="269"/>
            <ac:spMk id="3" creationId="{22B768AE-BD63-913A-E768-FE79FBBFEE8A}"/>
          </ac:spMkLst>
        </pc:spChg>
        <pc:spChg chg="add del mod ord">
          <ac:chgData name="Merve Yılmaz" userId="c3ed3447afa3f6a7" providerId="Windows Live" clId="Web-{71789F9F-B020-BF31-CFA5-FF4F40CF982F}" dt="2024-04-29T07:53:43.077" v="308"/>
          <ac:spMkLst>
            <pc:docMk/>
            <pc:sldMk cId="2880905710" sldId="269"/>
            <ac:spMk id="4" creationId="{5DB34471-EEE5-DD2E-4F31-639E8F9982E6}"/>
          </ac:spMkLst>
        </pc:spChg>
        <pc:spChg chg="add del">
          <ac:chgData name="Merve Yılmaz" userId="c3ed3447afa3f6a7" providerId="Windows Live" clId="Web-{71789F9F-B020-BF31-CFA5-FF4F40CF982F}" dt="2024-04-29T07:54:23.766" v="310"/>
          <ac:spMkLst>
            <pc:docMk/>
            <pc:sldMk cId="2880905710" sldId="269"/>
            <ac:spMk id="17" creationId="{52BE4420-3B5F-4549-8B4A-77855B8215EC}"/>
          </ac:spMkLst>
        </pc:spChg>
        <pc:spChg chg="add del">
          <ac:chgData name="Merve Yılmaz" userId="c3ed3447afa3f6a7" providerId="Windows Live" clId="Web-{71789F9F-B020-BF31-CFA5-FF4F40CF982F}" dt="2024-04-29T07:54:23.766" v="310"/>
          <ac:spMkLst>
            <pc:docMk/>
            <pc:sldMk cId="2880905710" sldId="269"/>
            <ac:spMk id="19" creationId="{A75876F6-95D4-48CB-8E3E-4401A96E25A4}"/>
          </ac:spMkLst>
        </pc:spChg>
        <pc:spChg chg="add del">
          <ac:chgData name="Merve Yılmaz" userId="c3ed3447afa3f6a7" providerId="Windows Live" clId="Web-{71789F9F-B020-BF31-CFA5-FF4F40CF982F}" dt="2024-04-29T07:54:23.766" v="310"/>
          <ac:spMkLst>
            <pc:docMk/>
            <pc:sldMk cId="2880905710" sldId="269"/>
            <ac:spMk id="21" creationId="{D1B84719-90BB-4D0C-92D8-61DC5512B34B}"/>
          </ac:spMkLst>
        </pc:spChg>
        <pc:spChg chg="add del">
          <ac:chgData name="Merve Yılmaz" userId="c3ed3447afa3f6a7" providerId="Windows Live" clId="Web-{71789F9F-B020-BF31-CFA5-FF4F40CF982F}" dt="2024-04-29T07:54:23.766" v="310"/>
          <ac:spMkLst>
            <pc:docMk/>
            <pc:sldMk cId="2880905710" sldId="269"/>
            <ac:spMk id="23" creationId="{7B407EC4-5D16-4845-9840-4E28622B6568}"/>
          </ac:spMkLst>
        </pc:spChg>
        <pc:grpChg chg="add del">
          <ac:chgData name="Merve Yılmaz" userId="c3ed3447afa3f6a7" providerId="Windows Live" clId="Web-{71789F9F-B020-BF31-CFA5-FF4F40CF982F}" dt="2024-04-29T07:54:23.766" v="310"/>
          <ac:grpSpMkLst>
            <pc:docMk/>
            <pc:sldMk cId="2880905710" sldId="269"/>
            <ac:grpSpMk id="9" creationId="{C93797FD-7F0A-483E-966E-7FE88F8D8798}"/>
          </ac:grpSpMkLst>
        </pc:grpChg>
        <pc:grpChg chg="add">
          <ac:chgData name="Merve Yılmaz" userId="c3ed3447afa3f6a7" providerId="Windows Live" clId="Web-{71789F9F-B020-BF31-CFA5-FF4F40CF982F}" dt="2024-04-29T07:54:23.766" v="310"/>
          <ac:grpSpMkLst>
            <pc:docMk/>
            <pc:sldMk cId="2880905710" sldId="269"/>
            <ac:grpSpMk id="28" creationId="{C93797FD-7F0A-483E-966E-7FE88F8D8798}"/>
          </ac:grpSpMkLst>
        </pc:grpChg>
        <pc:graphicFrameChg chg="add mod modGraphic">
          <ac:chgData name="Merve Yılmaz" userId="c3ed3447afa3f6a7" providerId="Windows Live" clId="Web-{71789F9F-B020-BF31-CFA5-FF4F40CF982F}" dt="2024-04-29T07:54:23.766" v="310"/>
          <ac:graphicFrameMkLst>
            <pc:docMk/>
            <pc:sldMk cId="2880905710" sldId="269"/>
            <ac:graphicFrameMk id="5" creationId="{1CE888AD-74CC-9967-BF53-93BB3E1AB657}"/>
          </ac:graphicFrameMkLst>
        </pc:graphicFrameChg>
        <pc:cxnChg chg="add del">
          <ac:chgData name="Merve Yılmaz" userId="c3ed3447afa3f6a7" providerId="Windows Live" clId="Web-{71789F9F-B020-BF31-CFA5-FF4F40CF982F}" dt="2024-04-29T07:54:23.766" v="310"/>
          <ac:cxnSpMkLst>
            <pc:docMk/>
            <pc:sldMk cId="2880905710" sldId="269"/>
            <ac:cxnSpMk id="15" creationId="{DDB3BAEE-5BE4-4B17-A2DA-B334759C47AB}"/>
          </ac:cxnSpMkLst>
        </pc:cxnChg>
        <pc:cxnChg chg="add">
          <ac:chgData name="Merve Yılmaz" userId="c3ed3447afa3f6a7" providerId="Windows Live" clId="Web-{71789F9F-B020-BF31-CFA5-FF4F40CF982F}" dt="2024-04-29T07:54:23.766" v="310"/>
          <ac:cxnSpMkLst>
            <pc:docMk/>
            <pc:sldMk cId="2880905710" sldId="269"/>
            <ac:cxnSpMk id="34" creationId="{DDB3BAEE-5BE4-4B17-A2DA-B334759C47AB}"/>
          </ac:cxnSpMkLst>
        </pc:cxnChg>
      </pc:sldChg>
      <pc:sldChg chg="addSp delSp modSp new mod modTransition setBg">
        <pc:chgData name="Merve Yılmaz" userId="c3ed3447afa3f6a7" providerId="Windows Live" clId="Web-{71789F9F-B020-BF31-CFA5-FF4F40CF982F}" dt="2024-04-29T07:58:51.713" v="327"/>
        <pc:sldMkLst>
          <pc:docMk/>
          <pc:sldMk cId="934767315" sldId="270"/>
        </pc:sldMkLst>
        <pc:spChg chg="mod">
          <ac:chgData name="Merve Yılmaz" userId="c3ed3447afa3f6a7" providerId="Windows Live" clId="Web-{71789F9F-B020-BF31-CFA5-FF4F40CF982F}" dt="2024-04-29T07:56:12.082" v="319"/>
          <ac:spMkLst>
            <pc:docMk/>
            <pc:sldMk cId="934767315" sldId="270"/>
            <ac:spMk id="2" creationId="{7A39597A-C67B-F176-0570-25293E861522}"/>
          </ac:spMkLst>
        </pc:spChg>
        <pc:spChg chg="del mod">
          <ac:chgData name="Merve Yılmaz" userId="c3ed3447afa3f6a7" providerId="Windows Live" clId="Web-{71789F9F-B020-BF31-CFA5-FF4F40CF982F}" dt="2024-04-29T07:56:12.082" v="319"/>
          <ac:spMkLst>
            <pc:docMk/>
            <pc:sldMk cId="934767315" sldId="270"/>
            <ac:spMk id="3" creationId="{5357C03C-B8D3-DA7A-ACAD-B2CA434C3FDA}"/>
          </ac:spMkLst>
        </pc:spChg>
        <pc:spChg chg="add del">
          <ac:chgData name="Merve Yılmaz" userId="c3ed3447afa3f6a7" providerId="Windows Live" clId="Web-{71789F9F-B020-BF31-CFA5-FF4F40CF982F}" dt="2024-04-29T07:56:12.082" v="319"/>
          <ac:spMkLst>
            <pc:docMk/>
            <pc:sldMk cId="934767315" sldId="270"/>
            <ac:spMk id="8" creationId="{52723366-C73B-4ED6-ADEF-29911C6BC55F}"/>
          </ac:spMkLst>
        </pc:spChg>
        <pc:spChg chg="add del">
          <ac:chgData name="Merve Yılmaz" userId="c3ed3447afa3f6a7" providerId="Windows Live" clId="Web-{71789F9F-B020-BF31-CFA5-FF4F40CF982F}" dt="2024-04-29T07:56:12.082" v="319"/>
          <ac:spMkLst>
            <pc:docMk/>
            <pc:sldMk cId="934767315" sldId="270"/>
            <ac:spMk id="10" creationId="{847A4152-8E41-4D1C-B88C-57C5C430A69E}"/>
          </ac:spMkLst>
        </pc:spChg>
        <pc:spChg chg="add del">
          <ac:chgData name="Merve Yılmaz" userId="c3ed3447afa3f6a7" providerId="Windows Live" clId="Web-{71789F9F-B020-BF31-CFA5-FF4F40CF982F}" dt="2024-04-29T07:56:12.082" v="319"/>
          <ac:spMkLst>
            <pc:docMk/>
            <pc:sldMk cId="934767315" sldId="270"/>
            <ac:spMk id="12" creationId="{999F76F5-72D4-4814-9169-8F535AEEB809}"/>
          </ac:spMkLst>
        </pc:spChg>
        <pc:spChg chg="add del">
          <ac:chgData name="Merve Yılmaz" userId="c3ed3447afa3f6a7" providerId="Windows Live" clId="Web-{71789F9F-B020-BF31-CFA5-FF4F40CF982F}" dt="2024-04-29T07:56:12.082" v="319"/>
          <ac:spMkLst>
            <pc:docMk/>
            <pc:sldMk cId="934767315" sldId="270"/>
            <ac:spMk id="14" creationId="{C6202988-4466-42C5-B33A-AFABF051B4FE}"/>
          </ac:spMkLst>
        </pc:spChg>
        <pc:graphicFrameChg chg="add">
          <ac:chgData name="Merve Yılmaz" userId="c3ed3447afa3f6a7" providerId="Windows Live" clId="Web-{71789F9F-B020-BF31-CFA5-FF4F40CF982F}" dt="2024-04-29T07:56:12.082" v="319"/>
          <ac:graphicFrameMkLst>
            <pc:docMk/>
            <pc:sldMk cId="934767315" sldId="270"/>
            <ac:graphicFrameMk id="16" creationId="{F31DBF28-7850-FAA8-BABB-431D6E14073F}"/>
          </ac:graphicFrameMkLst>
        </pc:graphicFrameChg>
      </pc:sldChg>
    </pc:docChg>
  </pc:docChgLst>
  <pc:docChgLst>
    <pc:chgData name="Merve Yılmaz" userId="c3ed3447afa3f6a7" providerId="Windows Live" clId="Web-{E6638BCD-4263-70B7-F9A3-DD6713D80576}"/>
    <pc:docChg chg="addSld modSld">
      <pc:chgData name="Merve Yılmaz" userId="c3ed3447afa3f6a7" providerId="Windows Live" clId="Web-{E6638BCD-4263-70B7-F9A3-DD6713D80576}" dt="2024-04-28T20:04:39.902" v="26" actId="20577"/>
      <pc:docMkLst>
        <pc:docMk/>
      </pc:docMkLst>
      <pc:sldChg chg="modSp new">
        <pc:chgData name="Merve Yılmaz" userId="c3ed3447afa3f6a7" providerId="Windows Live" clId="Web-{E6638BCD-4263-70B7-F9A3-DD6713D80576}" dt="2024-04-28T20:02:27.523" v="19" actId="20577"/>
        <pc:sldMkLst>
          <pc:docMk/>
          <pc:sldMk cId="2941697491" sldId="260"/>
        </pc:sldMkLst>
        <pc:spChg chg="mod">
          <ac:chgData name="Merve Yılmaz" userId="c3ed3447afa3f6a7" providerId="Windows Live" clId="Web-{E6638BCD-4263-70B7-F9A3-DD6713D80576}" dt="2024-04-28T20:01:19.099" v="4" actId="20577"/>
          <ac:spMkLst>
            <pc:docMk/>
            <pc:sldMk cId="2941697491" sldId="260"/>
            <ac:spMk id="2" creationId="{A01DE06C-B64E-D3FA-4A65-86A4D8B769AD}"/>
          </ac:spMkLst>
        </pc:spChg>
        <pc:spChg chg="mod">
          <ac:chgData name="Merve Yılmaz" userId="c3ed3447afa3f6a7" providerId="Windows Live" clId="Web-{E6638BCD-4263-70B7-F9A3-DD6713D80576}" dt="2024-04-28T20:02:27.523" v="19" actId="20577"/>
          <ac:spMkLst>
            <pc:docMk/>
            <pc:sldMk cId="2941697491" sldId="260"/>
            <ac:spMk id="3" creationId="{171BC845-DADC-64D3-4855-4DBCE84D2F45}"/>
          </ac:spMkLst>
        </pc:spChg>
      </pc:sldChg>
      <pc:sldChg chg="new">
        <pc:chgData name="Merve Yılmaz" userId="c3ed3447afa3f6a7" providerId="Windows Live" clId="Web-{E6638BCD-4263-70B7-F9A3-DD6713D80576}" dt="2024-04-28T20:02:35.258" v="20"/>
        <pc:sldMkLst>
          <pc:docMk/>
          <pc:sldMk cId="4169252909" sldId="261"/>
        </pc:sldMkLst>
      </pc:sldChg>
      <pc:sldChg chg="modSp new">
        <pc:chgData name="Merve Yılmaz" userId="c3ed3447afa3f6a7" providerId="Windows Live" clId="Web-{E6638BCD-4263-70B7-F9A3-DD6713D80576}" dt="2024-04-28T20:04:39.902" v="26" actId="20577"/>
        <pc:sldMkLst>
          <pc:docMk/>
          <pc:sldMk cId="1285853817" sldId="262"/>
        </pc:sldMkLst>
        <pc:spChg chg="mod">
          <ac:chgData name="Merve Yılmaz" userId="c3ed3447afa3f6a7" providerId="Windows Live" clId="Web-{E6638BCD-4263-70B7-F9A3-DD6713D80576}" dt="2024-04-28T20:04:39.902" v="26" actId="20577"/>
          <ac:spMkLst>
            <pc:docMk/>
            <pc:sldMk cId="1285853817" sldId="262"/>
            <ac:spMk id="2" creationId="{0833C9B1-F3FE-8BAD-0EE9-FF654E383533}"/>
          </ac:spMkLst>
        </pc:spChg>
      </pc:sldChg>
    </pc:docChg>
  </pc:docChgLst>
  <pc:docChgLst>
    <pc:chgData name="Merve Yılmaz" userId="c3ed3447afa3f6a7" providerId="Windows Live" clId="Web-{83EF2364-D808-8863-FED9-313477A8614F}"/>
    <pc:docChg chg="addSld delSld modSld addMainMaster delMainMaster">
      <pc:chgData name="Merve Yılmaz" userId="c3ed3447afa3f6a7" providerId="Windows Live" clId="Web-{83EF2364-D808-8863-FED9-313477A8614F}" dt="2024-04-28T17:08:15.270" v="114" actId="20577"/>
      <pc:docMkLst>
        <pc:docMk/>
      </pc:docMkLst>
      <pc:sldChg chg="addSp delSp modSp mod modTransition setBg modClrScheme delDesignElem chgLayout">
        <pc:chgData name="Merve Yılmaz" userId="c3ed3447afa3f6a7" providerId="Windows Live" clId="Web-{83EF2364-D808-8863-FED9-313477A8614F}" dt="2024-04-28T17:03:42.929" v="82"/>
        <pc:sldMkLst>
          <pc:docMk/>
          <pc:sldMk cId="1674425800" sldId="256"/>
        </pc:sldMkLst>
        <pc:spChg chg="mod ord">
          <ac:chgData name="Merve Yılmaz" userId="c3ed3447afa3f6a7" providerId="Windows Live" clId="Web-{83EF2364-D808-8863-FED9-313477A8614F}" dt="2024-04-28T17:03:39.007" v="81" actId="14100"/>
          <ac:spMkLst>
            <pc:docMk/>
            <pc:sldMk cId="1674425800" sldId="256"/>
            <ac:spMk id="2" creationId="{00000000-0000-0000-0000-000000000000}"/>
          </ac:spMkLst>
        </pc:spChg>
        <pc:spChg chg="del mod ord">
          <ac:chgData name="Merve Yılmaz" userId="c3ed3447afa3f6a7" providerId="Windows Live" clId="Web-{83EF2364-D808-8863-FED9-313477A8614F}" dt="2024-04-28T17:03:42.929" v="82"/>
          <ac:spMkLst>
            <pc:docMk/>
            <pc:sldMk cId="1674425800" sldId="256"/>
            <ac:spMk id="3" creationId="{00000000-0000-0000-0000-000000000000}"/>
          </ac:spMkLst>
        </pc:spChg>
        <pc:spChg chg="add del">
          <ac:chgData name="Merve Yılmaz" userId="c3ed3447afa3f6a7" providerId="Windows Live" clId="Web-{83EF2364-D808-8863-FED9-313477A8614F}" dt="2024-04-28T17:01:13.187" v="51"/>
          <ac:spMkLst>
            <pc:docMk/>
            <pc:sldMk cId="1674425800" sldId="256"/>
            <ac:spMk id="8" creationId="{32ECD917-2DC1-4905-8E83-AFFBB2808A07}"/>
          </ac:spMkLst>
        </pc:spChg>
        <pc:spChg chg="add del">
          <ac:chgData name="Merve Yılmaz" userId="c3ed3447afa3f6a7" providerId="Windows Live" clId="Web-{83EF2364-D808-8863-FED9-313477A8614F}" dt="2024-04-28T17:01:13.187" v="51"/>
          <ac:spMkLst>
            <pc:docMk/>
            <pc:sldMk cId="1674425800" sldId="256"/>
            <ac:spMk id="10" creationId="{960C9942-DDB7-47FB-8944-8AABC8844888}"/>
          </ac:spMkLst>
        </pc:spChg>
        <pc:spChg chg="add del">
          <ac:chgData name="Merve Yılmaz" userId="c3ed3447afa3f6a7" providerId="Windows Live" clId="Web-{83EF2364-D808-8863-FED9-313477A8614F}" dt="2024-04-28T17:01:13.187" v="51"/>
          <ac:spMkLst>
            <pc:docMk/>
            <pc:sldMk cId="1674425800" sldId="256"/>
            <ac:spMk id="12" creationId="{EC199F73-795E-469A-AF4B-13FA2C7AB76F}"/>
          </ac:spMkLst>
        </pc:spChg>
        <pc:spChg chg="add del">
          <ac:chgData name="Merve Yılmaz" userId="c3ed3447afa3f6a7" providerId="Windows Live" clId="Web-{83EF2364-D808-8863-FED9-313477A8614F}" dt="2024-04-28T17:01:13.187" v="51"/>
          <ac:spMkLst>
            <pc:docMk/>
            <pc:sldMk cId="1674425800" sldId="256"/>
            <ac:spMk id="14" creationId="{9390A67C-4194-4292-830C-9717E526D669}"/>
          </ac:spMkLst>
        </pc:spChg>
      </pc:sldChg>
      <pc:sldChg chg="modSp new mod modTransition modClrScheme chgLayout">
        <pc:chgData name="Merve Yılmaz" userId="c3ed3447afa3f6a7" providerId="Windows Live" clId="Web-{83EF2364-D808-8863-FED9-313477A8614F}" dt="2024-04-28T17:03:56.773" v="84" actId="20577"/>
        <pc:sldMkLst>
          <pc:docMk/>
          <pc:sldMk cId="3918550610" sldId="257"/>
        </pc:sldMkLst>
        <pc:spChg chg="mod ord">
          <ac:chgData name="Merve Yılmaz" userId="c3ed3447afa3f6a7" providerId="Windows Live" clId="Web-{83EF2364-D808-8863-FED9-313477A8614F}" dt="2024-04-28T17:03:56.773" v="84" actId="20577"/>
          <ac:spMkLst>
            <pc:docMk/>
            <pc:sldMk cId="3918550610" sldId="257"/>
            <ac:spMk id="2" creationId="{67642116-6E51-9EFC-F444-E1821C8F0AC7}"/>
          </ac:spMkLst>
        </pc:spChg>
        <pc:spChg chg="mod ord">
          <ac:chgData name="Merve Yılmaz" userId="c3ed3447afa3f6a7" providerId="Windows Live" clId="Web-{83EF2364-D808-8863-FED9-313477A8614F}" dt="2024-04-28T17:01:13.187" v="51"/>
          <ac:spMkLst>
            <pc:docMk/>
            <pc:sldMk cId="3918550610" sldId="257"/>
            <ac:spMk id="3" creationId="{CBE3134D-CC55-1FAA-A783-BB745CC38F4A}"/>
          </ac:spMkLst>
        </pc:spChg>
      </pc:sldChg>
      <pc:sldChg chg="modSp new mod modClrScheme chgLayout">
        <pc:chgData name="Merve Yılmaz" userId="c3ed3447afa3f6a7" providerId="Windows Live" clId="Web-{83EF2364-D808-8863-FED9-313477A8614F}" dt="2024-04-28T17:08:15.270" v="114" actId="20577"/>
        <pc:sldMkLst>
          <pc:docMk/>
          <pc:sldMk cId="3390322251" sldId="258"/>
        </pc:sldMkLst>
        <pc:spChg chg="mod ord">
          <ac:chgData name="Merve Yılmaz" userId="c3ed3447afa3f6a7" providerId="Windows Live" clId="Web-{83EF2364-D808-8863-FED9-313477A8614F}" dt="2024-04-28T17:06:03.764" v="97" actId="20577"/>
          <ac:spMkLst>
            <pc:docMk/>
            <pc:sldMk cId="3390322251" sldId="258"/>
            <ac:spMk id="2" creationId="{3B64368D-7B77-2C92-3DE1-4598E9B8A0F4}"/>
          </ac:spMkLst>
        </pc:spChg>
        <pc:spChg chg="mod ord">
          <ac:chgData name="Merve Yılmaz" userId="c3ed3447afa3f6a7" providerId="Windows Live" clId="Web-{83EF2364-D808-8863-FED9-313477A8614F}" dt="2024-04-28T17:08:15.270" v="114" actId="20577"/>
          <ac:spMkLst>
            <pc:docMk/>
            <pc:sldMk cId="3390322251" sldId="258"/>
            <ac:spMk id="3" creationId="{3C31AFFD-07F0-74D3-6B78-CE3FB19BF9C8}"/>
          </ac:spMkLst>
        </pc:spChg>
      </pc:sldChg>
      <pc:sldChg chg="addSp modSp new del mod modClrScheme chgLayout">
        <pc:chgData name="Merve Yılmaz" userId="c3ed3447afa3f6a7" providerId="Windows Live" clId="Web-{83EF2364-D808-8863-FED9-313477A8614F}" dt="2024-04-28T17:00:47.155" v="50"/>
        <pc:sldMkLst>
          <pc:docMk/>
          <pc:sldMk cId="2366591850" sldId="259"/>
        </pc:sldMkLst>
        <pc:spChg chg="mod ord">
          <ac:chgData name="Merve Yılmaz" userId="c3ed3447afa3f6a7" providerId="Windows Live" clId="Web-{83EF2364-D808-8863-FED9-313477A8614F}" dt="2024-04-28T17:00:40.483" v="49"/>
          <ac:spMkLst>
            <pc:docMk/>
            <pc:sldMk cId="2366591850" sldId="259"/>
            <ac:spMk id="2" creationId="{9F19C560-BEFD-ABFA-E326-7ECDFC6D9CD3}"/>
          </ac:spMkLst>
        </pc:spChg>
        <pc:spChg chg="mod ord">
          <ac:chgData name="Merve Yılmaz" userId="c3ed3447afa3f6a7" providerId="Windows Live" clId="Web-{83EF2364-D808-8863-FED9-313477A8614F}" dt="2024-04-28T17:00:40.483" v="49"/>
          <ac:spMkLst>
            <pc:docMk/>
            <pc:sldMk cId="2366591850" sldId="259"/>
            <ac:spMk id="3" creationId="{75462836-97FC-6A3E-106A-D25BA1FC2F8B}"/>
          </ac:spMkLst>
        </pc:spChg>
        <pc:spChg chg="add mod ord">
          <ac:chgData name="Merve Yılmaz" userId="c3ed3447afa3f6a7" providerId="Windows Live" clId="Web-{83EF2364-D808-8863-FED9-313477A8614F}" dt="2024-04-28T17:00:40.483" v="49"/>
          <ac:spMkLst>
            <pc:docMk/>
            <pc:sldMk cId="2366591850" sldId="259"/>
            <ac:spMk id="4" creationId="{DD398A51-8908-09B7-9726-6C5C9D12A982}"/>
          </ac:spMkLst>
        </pc:spChg>
      </pc:sldChg>
      <pc:sldChg chg="new">
        <pc:chgData name="Merve Yılmaz" userId="c3ed3447afa3f6a7" providerId="Windows Live" clId="Web-{83EF2364-D808-8863-FED9-313477A8614F}" dt="2024-04-28T17:04:21.821" v="85"/>
        <pc:sldMkLst>
          <pc:docMk/>
          <pc:sldMk cId="3892030533" sldId="259"/>
        </pc:sldMkLst>
      </pc:sldChg>
      <pc:sldMasterChg chg="del delSldLayout">
        <pc:chgData name="Merve Yılmaz" userId="c3ed3447afa3f6a7" providerId="Windows Live" clId="Web-{83EF2364-D808-8863-FED9-313477A8614F}" dt="2024-04-28T16:46:33.583" v="0"/>
        <pc:sldMasterMkLst>
          <pc:docMk/>
          <pc:sldMasterMk cId="3712468873" sldId="2147483648"/>
        </pc:sldMasterMkLst>
        <pc:sldLayoutChg chg="del">
          <pc:chgData name="Merve Yılmaz" userId="c3ed3447afa3f6a7" providerId="Windows Live" clId="Web-{83EF2364-D808-8863-FED9-313477A8614F}" dt="2024-04-28T16:46:33.583" v="0"/>
          <pc:sldLayoutMkLst>
            <pc:docMk/>
            <pc:sldMasterMk cId="3712468873" sldId="2147483648"/>
            <pc:sldLayoutMk cId="3440994769" sldId="2147483649"/>
          </pc:sldLayoutMkLst>
        </pc:sldLayoutChg>
        <pc:sldLayoutChg chg="del">
          <pc:chgData name="Merve Yılmaz" userId="c3ed3447afa3f6a7" providerId="Windows Live" clId="Web-{83EF2364-D808-8863-FED9-313477A8614F}" dt="2024-04-28T16:46:33.583" v="0"/>
          <pc:sldLayoutMkLst>
            <pc:docMk/>
            <pc:sldMasterMk cId="3712468873" sldId="2147483648"/>
            <pc:sldLayoutMk cId="3944319586" sldId="2147483650"/>
          </pc:sldLayoutMkLst>
        </pc:sldLayoutChg>
        <pc:sldLayoutChg chg="del">
          <pc:chgData name="Merve Yılmaz" userId="c3ed3447afa3f6a7" providerId="Windows Live" clId="Web-{83EF2364-D808-8863-FED9-313477A8614F}" dt="2024-04-28T16:46:33.583" v="0"/>
          <pc:sldLayoutMkLst>
            <pc:docMk/>
            <pc:sldMasterMk cId="3712468873" sldId="2147483648"/>
            <pc:sldLayoutMk cId="1196833356" sldId="2147483651"/>
          </pc:sldLayoutMkLst>
        </pc:sldLayoutChg>
        <pc:sldLayoutChg chg="del">
          <pc:chgData name="Merve Yılmaz" userId="c3ed3447afa3f6a7" providerId="Windows Live" clId="Web-{83EF2364-D808-8863-FED9-313477A8614F}" dt="2024-04-28T16:46:33.583" v="0"/>
          <pc:sldLayoutMkLst>
            <pc:docMk/>
            <pc:sldMasterMk cId="3712468873" sldId="2147483648"/>
            <pc:sldLayoutMk cId="3652797130" sldId="2147483652"/>
          </pc:sldLayoutMkLst>
        </pc:sldLayoutChg>
        <pc:sldLayoutChg chg="del">
          <pc:chgData name="Merve Yılmaz" userId="c3ed3447afa3f6a7" providerId="Windows Live" clId="Web-{83EF2364-D808-8863-FED9-313477A8614F}" dt="2024-04-28T16:46:33.583" v="0"/>
          <pc:sldLayoutMkLst>
            <pc:docMk/>
            <pc:sldMasterMk cId="3712468873" sldId="2147483648"/>
            <pc:sldLayoutMk cId="846744319" sldId="2147483653"/>
          </pc:sldLayoutMkLst>
        </pc:sldLayoutChg>
        <pc:sldLayoutChg chg="del">
          <pc:chgData name="Merve Yılmaz" userId="c3ed3447afa3f6a7" providerId="Windows Live" clId="Web-{83EF2364-D808-8863-FED9-313477A8614F}" dt="2024-04-28T16:46:33.583" v="0"/>
          <pc:sldLayoutMkLst>
            <pc:docMk/>
            <pc:sldMasterMk cId="3712468873" sldId="2147483648"/>
            <pc:sldLayoutMk cId="2861482750" sldId="2147483654"/>
          </pc:sldLayoutMkLst>
        </pc:sldLayoutChg>
        <pc:sldLayoutChg chg="del">
          <pc:chgData name="Merve Yılmaz" userId="c3ed3447afa3f6a7" providerId="Windows Live" clId="Web-{83EF2364-D808-8863-FED9-313477A8614F}" dt="2024-04-28T16:46:33.583" v="0"/>
          <pc:sldLayoutMkLst>
            <pc:docMk/>
            <pc:sldMasterMk cId="3712468873" sldId="2147483648"/>
            <pc:sldLayoutMk cId="4199817435" sldId="2147483655"/>
          </pc:sldLayoutMkLst>
        </pc:sldLayoutChg>
        <pc:sldLayoutChg chg="del">
          <pc:chgData name="Merve Yılmaz" userId="c3ed3447afa3f6a7" providerId="Windows Live" clId="Web-{83EF2364-D808-8863-FED9-313477A8614F}" dt="2024-04-28T16:46:33.583" v="0"/>
          <pc:sldLayoutMkLst>
            <pc:docMk/>
            <pc:sldMasterMk cId="3712468873" sldId="2147483648"/>
            <pc:sldLayoutMk cId="2700913065" sldId="2147483656"/>
          </pc:sldLayoutMkLst>
        </pc:sldLayoutChg>
        <pc:sldLayoutChg chg="del">
          <pc:chgData name="Merve Yılmaz" userId="c3ed3447afa3f6a7" providerId="Windows Live" clId="Web-{83EF2364-D808-8863-FED9-313477A8614F}" dt="2024-04-28T16:46:33.583" v="0"/>
          <pc:sldLayoutMkLst>
            <pc:docMk/>
            <pc:sldMasterMk cId="3712468873" sldId="2147483648"/>
            <pc:sldLayoutMk cId="818175020" sldId="2147483657"/>
          </pc:sldLayoutMkLst>
        </pc:sldLayoutChg>
        <pc:sldLayoutChg chg="del">
          <pc:chgData name="Merve Yılmaz" userId="c3ed3447afa3f6a7" providerId="Windows Live" clId="Web-{83EF2364-D808-8863-FED9-313477A8614F}" dt="2024-04-28T16:46:33.583" v="0"/>
          <pc:sldLayoutMkLst>
            <pc:docMk/>
            <pc:sldMasterMk cId="3712468873" sldId="2147483648"/>
            <pc:sldLayoutMk cId="847874827" sldId="2147483658"/>
          </pc:sldLayoutMkLst>
        </pc:sldLayoutChg>
        <pc:sldLayoutChg chg="del">
          <pc:chgData name="Merve Yılmaz" userId="c3ed3447afa3f6a7" providerId="Windows Live" clId="Web-{83EF2364-D808-8863-FED9-313477A8614F}" dt="2024-04-28T16:46:33.583" v="0"/>
          <pc:sldLayoutMkLst>
            <pc:docMk/>
            <pc:sldMasterMk cId="3712468873" sldId="2147483648"/>
            <pc:sldLayoutMk cId="804856651" sldId="2147483659"/>
          </pc:sldLayoutMkLst>
        </pc:sldLayoutChg>
      </pc:sldMasterChg>
      <pc:sldMasterChg chg="add del addSldLayout delSldLayout">
        <pc:chgData name="Merve Yılmaz" userId="c3ed3447afa3f6a7" providerId="Windows Live" clId="Web-{83EF2364-D808-8863-FED9-313477A8614F}" dt="2024-04-28T17:01:13.187" v="51"/>
        <pc:sldMasterMkLst>
          <pc:docMk/>
          <pc:sldMasterMk cId="3081539258" sldId="2147483673"/>
        </pc:sldMasterMkLst>
        <pc:sldLayoutChg chg="add del">
          <pc:chgData name="Merve Yılmaz" userId="c3ed3447afa3f6a7" providerId="Windows Live" clId="Web-{83EF2364-D808-8863-FED9-313477A8614F}" dt="2024-04-28T17:01:13.187" v="51"/>
          <pc:sldLayoutMkLst>
            <pc:docMk/>
            <pc:sldMasterMk cId="3081539258" sldId="2147483673"/>
            <pc:sldLayoutMk cId="2796916593" sldId="2147483662"/>
          </pc:sldLayoutMkLst>
        </pc:sldLayoutChg>
        <pc:sldLayoutChg chg="add del">
          <pc:chgData name="Merve Yılmaz" userId="c3ed3447afa3f6a7" providerId="Windows Live" clId="Web-{83EF2364-D808-8863-FED9-313477A8614F}" dt="2024-04-28T17:01:13.187" v="51"/>
          <pc:sldLayoutMkLst>
            <pc:docMk/>
            <pc:sldMasterMk cId="3081539258" sldId="2147483673"/>
            <pc:sldLayoutMk cId="774201948" sldId="2147483663"/>
          </pc:sldLayoutMkLst>
        </pc:sldLayoutChg>
        <pc:sldLayoutChg chg="add del">
          <pc:chgData name="Merve Yılmaz" userId="c3ed3447afa3f6a7" providerId="Windows Live" clId="Web-{83EF2364-D808-8863-FED9-313477A8614F}" dt="2024-04-28T17:01:13.187" v="51"/>
          <pc:sldLayoutMkLst>
            <pc:docMk/>
            <pc:sldMasterMk cId="3081539258" sldId="2147483673"/>
            <pc:sldLayoutMk cId="1173377049" sldId="2147483664"/>
          </pc:sldLayoutMkLst>
        </pc:sldLayoutChg>
        <pc:sldLayoutChg chg="add del">
          <pc:chgData name="Merve Yılmaz" userId="c3ed3447afa3f6a7" providerId="Windows Live" clId="Web-{83EF2364-D808-8863-FED9-313477A8614F}" dt="2024-04-28T17:01:13.187" v="51"/>
          <pc:sldLayoutMkLst>
            <pc:docMk/>
            <pc:sldMasterMk cId="3081539258" sldId="2147483673"/>
            <pc:sldLayoutMk cId="2422185824" sldId="2147483665"/>
          </pc:sldLayoutMkLst>
        </pc:sldLayoutChg>
        <pc:sldLayoutChg chg="add del">
          <pc:chgData name="Merve Yılmaz" userId="c3ed3447afa3f6a7" providerId="Windows Live" clId="Web-{83EF2364-D808-8863-FED9-313477A8614F}" dt="2024-04-28T17:01:13.187" v="51"/>
          <pc:sldLayoutMkLst>
            <pc:docMk/>
            <pc:sldMasterMk cId="3081539258" sldId="2147483673"/>
            <pc:sldLayoutMk cId="2408818889" sldId="2147483666"/>
          </pc:sldLayoutMkLst>
        </pc:sldLayoutChg>
        <pc:sldLayoutChg chg="add del">
          <pc:chgData name="Merve Yılmaz" userId="c3ed3447afa3f6a7" providerId="Windows Live" clId="Web-{83EF2364-D808-8863-FED9-313477A8614F}" dt="2024-04-28T17:01:13.187" v="51"/>
          <pc:sldLayoutMkLst>
            <pc:docMk/>
            <pc:sldMasterMk cId="3081539258" sldId="2147483673"/>
            <pc:sldLayoutMk cId="2009248486" sldId="2147483667"/>
          </pc:sldLayoutMkLst>
        </pc:sldLayoutChg>
        <pc:sldLayoutChg chg="add del">
          <pc:chgData name="Merve Yılmaz" userId="c3ed3447afa3f6a7" providerId="Windows Live" clId="Web-{83EF2364-D808-8863-FED9-313477A8614F}" dt="2024-04-28T17:01:13.187" v="51"/>
          <pc:sldLayoutMkLst>
            <pc:docMk/>
            <pc:sldMasterMk cId="3081539258" sldId="2147483673"/>
            <pc:sldLayoutMk cId="4014660366" sldId="2147483668"/>
          </pc:sldLayoutMkLst>
        </pc:sldLayoutChg>
        <pc:sldLayoutChg chg="add del">
          <pc:chgData name="Merve Yılmaz" userId="c3ed3447afa3f6a7" providerId="Windows Live" clId="Web-{83EF2364-D808-8863-FED9-313477A8614F}" dt="2024-04-28T17:01:13.187" v="51"/>
          <pc:sldLayoutMkLst>
            <pc:docMk/>
            <pc:sldMasterMk cId="3081539258" sldId="2147483673"/>
            <pc:sldLayoutMk cId="1513950552" sldId="2147483669"/>
          </pc:sldLayoutMkLst>
        </pc:sldLayoutChg>
        <pc:sldLayoutChg chg="add del">
          <pc:chgData name="Merve Yılmaz" userId="c3ed3447afa3f6a7" providerId="Windows Live" clId="Web-{83EF2364-D808-8863-FED9-313477A8614F}" dt="2024-04-28T17:01:13.187" v="51"/>
          <pc:sldLayoutMkLst>
            <pc:docMk/>
            <pc:sldMasterMk cId="3081539258" sldId="2147483673"/>
            <pc:sldLayoutMk cId="3507261413" sldId="2147483670"/>
          </pc:sldLayoutMkLst>
        </pc:sldLayoutChg>
        <pc:sldLayoutChg chg="add del">
          <pc:chgData name="Merve Yılmaz" userId="c3ed3447afa3f6a7" providerId="Windows Live" clId="Web-{83EF2364-D808-8863-FED9-313477A8614F}" dt="2024-04-28T17:01:13.187" v="51"/>
          <pc:sldLayoutMkLst>
            <pc:docMk/>
            <pc:sldMasterMk cId="3081539258" sldId="2147483673"/>
            <pc:sldLayoutMk cId="2564990851" sldId="2147483671"/>
          </pc:sldLayoutMkLst>
        </pc:sldLayoutChg>
        <pc:sldLayoutChg chg="add del">
          <pc:chgData name="Merve Yılmaz" userId="c3ed3447afa3f6a7" providerId="Windows Live" clId="Web-{83EF2364-D808-8863-FED9-313477A8614F}" dt="2024-04-28T17:01:13.187" v="51"/>
          <pc:sldLayoutMkLst>
            <pc:docMk/>
            <pc:sldMasterMk cId="3081539258" sldId="2147483673"/>
            <pc:sldLayoutMk cId="1324763611" sldId="2147483672"/>
          </pc:sldLayoutMkLst>
        </pc:sldLayoutChg>
      </pc:sldMasterChg>
      <pc:sldMasterChg chg="add addSldLayout modSldLayout">
        <pc:chgData name="Merve Yılmaz" userId="c3ed3447afa3f6a7" providerId="Windows Live" clId="Web-{83EF2364-D808-8863-FED9-313477A8614F}" dt="2024-04-28T17:01:13.187" v="51"/>
        <pc:sldMasterMkLst>
          <pc:docMk/>
          <pc:sldMasterMk cId="2905827389" sldId="2147483674"/>
        </pc:sldMasterMkLst>
        <pc:sldLayoutChg chg="add mod replId">
          <pc:chgData name="Merve Yılmaz" userId="c3ed3447afa3f6a7" providerId="Windows Live" clId="Web-{83EF2364-D808-8863-FED9-313477A8614F}" dt="2024-04-28T17:01:13.187" v="51"/>
          <pc:sldLayoutMkLst>
            <pc:docMk/>
            <pc:sldMasterMk cId="2905827389" sldId="2147483674"/>
            <pc:sldLayoutMk cId="386803452" sldId="2147483675"/>
          </pc:sldLayoutMkLst>
        </pc:sldLayoutChg>
        <pc:sldLayoutChg chg="add mod replId">
          <pc:chgData name="Merve Yılmaz" userId="c3ed3447afa3f6a7" providerId="Windows Live" clId="Web-{83EF2364-D808-8863-FED9-313477A8614F}" dt="2024-04-28T17:01:13.187" v="51"/>
          <pc:sldLayoutMkLst>
            <pc:docMk/>
            <pc:sldMasterMk cId="2905827389" sldId="2147483674"/>
            <pc:sldLayoutMk cId="742109469" sldId="2147483676"/>
          </pc:sldLayoutMkLst>
        </pc:sldLayoutChg>
        <pc:sldLayoutChg chg="add mod replId">
          <pc:chgData name="Merve Yılmaz" userId="c3ed3447afa3f6a7" providerId="Windows Live" clId="Web-{83EF2364-D808-8863-FED9-313477A8614F}" dt="2024-04-28T17:01:13.187" v="51"/>
          <pc:sldLayoutMkLst>
            <pc:docMk/>
            <pc:sldMasterMk cId="2905827389" sldId="2147483674"/>
            <pc:sldLayoutMk cId="3675618905" sldId="2147483677"/>
          </pc:sldLayoutMkLst>
        </pc:sldLayoutChg>
        <pc:sldLayoutChg chg="add mod replId">
          <pc:chgData name="Merve Yılmaz" userId="c3ed3447afa3f6a7" providerId="Windows Live" clId="Web-{83EF2364-D808-8863-FED9-313477A8614F}" dt="2024-04-28T17:01:13.187" v="51"/>
          <pc:sldLayoutMkLst>
            <pc:docMk/>
            <pc:sldMasterMk cId="2905827389" sldId="2147483674"/>
            <pc:sldLayoutMk cId="552411488" sldId="2147483678"/>
          </pc:sldLayoutMkLst>
        </pc:sldLayoutChg>
        <pc:sldLayoutChg chg="add mod replId">
          <pc:chgData name="Merve Yılmaz" userId="c3ed3447afa3f6a7" providerId="Windows Live" clId="Web-{83EF2364-D808-8863-FED9-313477A8614F}" dt="2024-04-28T17:01:13.187" v="51"/>
          <pc:sldLayoutMkLst>
            <pc:docMk/>
            <pc:sldMasterMk cId="2905827389" sldId="2147483674"/>
            <pc:sldLayoutMk cId="4094706498" sldId="2147483679"/>
          </pc:sldLayoutMkLst>
        </pc:sldLayoutChg>
        <pc:sldLayoutChg chg="add mod replId">
          <pc:chgData name="Merve Yılmaz" userId="c3ed3447afa3f6a7" providerId="Windows Live" clId="Web-{83EF2364-D808-8863-FED9-313477A8614F}" dt="2024-04-28T17:01:13.187" v="51"/>
          <pc:sldLayoutMkLst>
            <pc:docMk/>
            <pc:sldMasterMk cId="2905827389" sldId="2147483674"/>
            <pc:sldLayoutMk cId="2300109832" sldId="2147483680"/>
          </pc:sldLayoutMkLst>
        </pc:sldLayoutChg>
        <pc:sldLayoutChg chg="add mod replId">
          <pc:chgData name="Merve Yılmaz" userId="c3ed3447afa3f6a7" providerId="Windows Live" clId="Web-{83EF2364-D808-8863-FED9-313477A8614F}" dt="2024-04-28T17:01:13.187" v="51"/>
          <pc:sldLayoutMkLst>
            <pc:docMk/>
            <pc:sldMasterMk cId="2905827389" sldId="2147483674"/>
            <pc:sldLayoutMk cId="1526819467" sldId="2147483681"/>
          </pc:sldLayoutMkLst>
        </pc:sldLayoutChg>
        <pc:sldLayoutChg chg="add mod replId">
          <pc:chgData name="Merve Yılmaz" userId="c3ed3447afa3f6a7" providerId="Windows Live" clId="Web-{83EF2364-D808-8863-FED9-313477A8614F}" dt="2024-04-28T17:01:13.187" v="51"/>
          <pc:sldLayoutMkLst>
            <pc:docMk/>
            <pc:sldMasterMk cId="2905827389" sldId="2147483674"/>
            <pc:sldLayoutMk cId="1943872849" sldId="2147483682"/>
          </pc:sldLayoutMkLst>
        </pc:sldLayoutChg>
        <pc:sldLayoutChg chg="add mod replId">
          <pc:chgData name="Merve Yılmaz" userId="c3ed3447afa3f6a7" providerId="Windows Live" clId="Web-{83EF2364-D808-8863-FED9-313477A8614F}" dt="2024-04-28T17:01:13.187" v="51"/>
          <pc:sldLayoutMkLst>
            <pc:docMk/>
            <pc:sldMasterMk cId="2905827389" sldId="2147483674"/>
            <pc:sldLayoutMk cId="3186627880" sldId="2147483683"/>
          </pc:sldLayoutMkLst>
        </pc:sldLayoutChg>
        <pc:sldLayoutChg chg="add mod replId">
          <pc:chgData name="Merve Yılmaz" userId="c3ed3447afa3f6a7" providerId="Windows Live" clId="Web-{83EF2364-D808-8863-FED9-313477A8614F}" dt="2024-04-28T17:01:13.187" v="51"/>
          <pc:sldLayoutMkLst>
            <pc:docMk/>
            <pc:sldMasterMk cId="2905827389" sldId="2147483674"/>
            <pc:sldLayoutMk cId="7602741" sldId="2147483684"/>
          </pc:sldLayoutMkLst>
        </pc:sldLayoutChg>
        <pc:sldLayoutChg chg="add mod replId">
          <pc:chgData name="Merve Yılmaz" userId="c3ed3447afa3f6a7" providerId="Windows Live" clId="Web-{83EF2364-D808-8863-FED9-313477A8614F}" dt="2024-04-28T17:01:13.187" v="51"/>
          <pc:sldLayoutMkLst>
            <pc:docMk/>
            <pc:sldMasterMk cId="2905827389" sldId="2147483674"/>
            <pc:sldLayoutMk cId="1531037383" sldId="2147483685"/>
          </pc:sldLayoutMkLst>
        </pc:sldLayoutChg>
        <pc:sldLayoutChg chg="add mod replId">
          <pc:chgData name="Merve Yılmaz" userId="c3ed3447afa3f6a7" providerId="Windows Live" clId="Web-{83EF2364-D808-8863-FED9-313477A8614F}" dt="2024-04-28T17:01:13.187" v="51"/>
          <pc:sldLayoutMkLst>
            <pc:docMk/>
            <pc:sldMasterMk cId="2905827389" sldId="2147483674"/>
            <pc:sldLayoutMk cId="223290154" sldId="2147483686"/>
          </pc:sldLayoutMkLst>
        </pc:sldLayoutChg>
        <pc:sldLayoutChg chg="add mod replId">
          <pc:chgData name="Merve Yılmaz" userId="c3ed3447afa3f6a7" providerId="Windows Live" clId="Web-{83EF2364-D808-8863-FED9-313477A8614F}" dt="2024-04-28T17:01:13.187" v="51"/>
          <pc:sldLayoutMkLst>
            <pc:docMk/>
            <pc:sldMasterMk cId="2905827389" sldId="2147483674"/>
            <pc:sldLayoutMk cId="1637684874" sldId="2147483687"/>
          </pc:sldLayoutMkLst>
        </pc:sldLayoutChg>
        <pc:sldLayoutChg chg="add mod replId">
          <pc:chgData name="Merve Yılmaz" userId="c3ed3447afa3f6a7" providerId="Windows Live" clId="Web-{83EF2364-D808-8863-FED9-313477A8614F}" dt="2024-04-28T17:01:13.187" v="51"/>
          <pc:sldLayoutMkLst>
            <pc:docMk/>
            <pc:sldMasterMk cId="2905827389" sldId="2147483674"/>
            <pc:sldLayoutMk cId="1186417752" sldId="2147483688"/>
          </pc:sldLayoutMkLst>
        </pc:sldLayoutChg>
        <pc:sldLayoutChg chg="add mod replId">
          <pc:chgData name="Merve Yılmaz" userId="c3ed3447afa3f6a7" providerId="Windows Live" clId="Web-{83EF2364-D808-8863-FED9-313477A8614F}" dt="2024-04-28T17:01:13.187" v="51"/>
          <pc:sldLayoutMkLst>
            <pc:docMk/>
            <pc:sldMasterMk cId="2905827389" sldId="2147483674"/>
            <pc:sldLayoutMk cId="2286651234" sldId="2147483689"/>
          </pc:sldLayoutMkLst>
        </pc:sldLayoutChg>
        <pc:sldLayoutChg chg="add mod replId">
          <pc:chgData name="Merve Yılmaz" userId="c3ed3447afa3f6a7" providerId="Windows Live" clId="Web-{83EF2364-D808-8863-FED9-313477A8614F}" dt="2024-04-28T17:01:13.187" v="51"/>
          <pc:sldLayoutMkLst>
            <pc:docMk/>
            <pc:sldMasterMk cId="2905827389" sldId="2147483674"/>
            <pc:sldLayoutMk cId="742486494" sldId="2147483690"/>
          </pc:sldLayoutMkLst>
        </pc:sldLayoutChg>
        <pc:sldLayoutChg chg="add mod replId">
          <pc:chgData name="Merve Yılmaz" userId="c3ed3447afa3f6a7" providerId="Windows Live" clId="Web-{83EF2364-D808-8863-FED9-313477A8614F}" dt="2024-04-28T17:01:13.187" v="51"/>
          <pc:sldLayoutMkLst>
            <pc:docMk/>
            <pc:sldMasterMk cId="2905827389" sldId="2147483674"/>
            <pc:sldLayoutMk cId="2632822258" sldId="2147483691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48F2F36-26BA-47E6-B382-8A1321B66211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4E0C9FE-427B-4BC2-9C9A-6536C5EDC0BE}">
      <dgm:prSet/>
      <dgm:spPr/>
      <dgm:t>
        <a:bodyPr/>
        <a:lstStyle/>
        <a:p>
          <a:r>
            <a:rPr lang="en-US"/>
            <a:t>Intel, Galileo'nun Gen 1 ve Gen 2 olarak adlandırılan iki sürümü yayınladı. Bu geliştirme kartlarına bazen "Çıkış kartları" da denir.</a:t>
          </a:r>
        </a:p>
      </dgm:t>
    </dgm:pt>
    <dgm:pt modelId="{87807F5B-FB3A-47FB-B860-22666FCF0B8C}" type="parTrans" cxnId="{ECB2FA30-53DE-4650-BA15-1E4BBA0018C0}">
      <dgm:prSet/>
      <dgm:spPr/>
      <dgm:t>
        <a:bodyPr/>
        <a:lstStyle/>
        <a:p>
          <a:endParaRPr lang="en-US"/>
        </a:p>
      </dgm:t>
    </dgm:pt>
    <dgm:pt modelId="{DAED5BCD-00B2-4F80-90D1-3E34B37521B4}" type="sibTrans" cxnId="{ECB2FA30-53DE-4650-BA15-1E4BBA0018C0}">
      <dgm:prSet/>
      <dgm:spPr/>
      <dgm:t>
        <a:bodyPr/>
        <a:lstStyle/>
        <a:p>
          <a:endParaRPr lang="en-US"/>
        </a:p>
      </dgm:t>
    </dgm:pt>
    <dgm:pt modelId="{C6489BFD-B3DF-42F2-AD2B-B7106B021EDE}" type="pres">
      <dgm:prSet presAssocID="{548F2F36-26BA-47E6-B382-8A1321B6621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2CB48E2-3B8F-4B50-8532-ACF7B94B691A}" type="pres">
      <dgm:prSet presAssocID="{D4E0C9FE-427B-4BC2-9C9A-6536C5EDC0BE}" presName="hierRoot1" presStyleCnt="0"/>
      <dgm:spPr/>
    </dgm:pt>
    <dgm:pt modelId="{8692B5C4-0020-466C-AC5A-8DE182715616}" type="pres">
      <dgm:prSet presAssocID="{D4E0C9FE-427B-4BC2-9C9A-6536C5EDC0BE}" presName="composite" presStyleCnt="0"/>
      <dgm:spPr/>
    </dgm:pt>
    <dgm:pt modelId="{29440453-457E-4851-AB2A-529CEADB7790}" type="pres">
      <dgm:prSet presAssocID="{D4E0C9FE-427B-4BC2-9C9A-6536C5EDC0BE}" presName="background" presStyleLbl="node0" presStyleIdx="0" presStyleCnt="1"/>
      <dgm:spPr/>
    </dgm:pt>
    <dgm:pt modelId="{65221601-A81A-4EFE-9CF9-EA5744E30F6A}" type="pres">
      <dgm:prSet presAssocID="{D4E0C9FE-427B-4BC2-9C9A-6536C5EDC0BE}" presName="text" presStyleLbl="fgAcc0" presStyleIdx="0" presStyleCnt="1">
        <dgm:presLayoutVars>
          <dgm:chPref val="3"/>
        </dgm:presLayoutVars>
      </dgm:prSet>
      <dgm:spPr/>
    </dgm:pt>
    <dgm:pt modelId="{7D42E515-ED4D-4887-83B2-613C7A4E05FE}" type="pres">
      <dgm:prSet presAssocID="{D4E0C9FE-427B-4BC2-9C9A-6536C5EDC0BE}" presName="hierChild2" presStyleCnt="0"/>
      <dgm:spPr/>
    </dgm:pt>
  </dgm:ptLst>
  <dgm:cxnLst>
    <dgm:cxn modelId="{ECB2FA30-53DE-4650-BA15-1E4BBA0018C0}" srcId="{548F2F36-26BA-47E6-B382-8A1321B66211}" destId="{D4E0C9FE-427B-4BC2-9C9A-6536C5EDC0BE}" srcOrd="0" destOrd="0" parTransId="{87807F5B-FB3A-47FB-B860-22666FCF0B8C}" sibTransId="{DAED5BCD-00B2-4F80-90D1-3E34B37521B4}"/>
    <dgm:cxn modelId="{AA14A76E-158F-47A5-8D3F-BFB64AE1869F}" type="presOf" srcId="{D4E0C9FE-427B-4BC2-9C9A-6536C5EDC0BE}" destId="{65221601-A81A-4EFE-9CF9-EA5744E30F6A}" srcOrd="0" destOrd="0" presId="urn:microsoft.com/office/officeart/2005/8/layout/hierarchy1"/>
    <dgm:cxn modelId="{D0D86B85-D18E-4FEA-8CE9-295D391A5FB7}" type="presOf" srcId="{548F2F36-26BA-47E6-B382-8A1321B66211}" destId="{C6489BFD-B3DF-42F2-AD2B-B7106B021EDE}" srcOrd="0" destOrd="0" presId="urn:microsoft.com/office/officeart/2005/8/layout/hierarchy1"/>
    <dgm:cxn modelId="{5C3347AB-8246-4976-AEBB-04B03716CEE5}" type="presParOf" srcId="{C6489BFD-B3DF-42F2-AD2B-B7106B021EDE}" destId="{E2CB48E2-3B8F-4B50-8532-ACF7B94B691A}" srcOrd="0" destOrd="0" presId="urn:microsoft.com/office/officeart/2005/8/layout/hierarchy1"/>
    <dgm:cxn modelId="{F3B9F8BA-4586-4DFB-AB03-4BF0B6CE8872}" type="presParOf" srcId="{E2CB48E2-3B8F-4B50-8532-ACF7B94B691A}" destId="{8692B5C4-0020-466C-AC5A-8DE182715616}" srcOrd="0" destOrd="0" presId="urn:microsoft.com/office/officeart/2005/8/layout/hierarchy1"/>
    <dgm:cxn modelId="{4B05CA6D-60A5-4CD8-BED2-B8E54D146891}" type="presParOf" srcId="{8692B5C4-0020-466C-AC5A-8DE182715616}" destId="{29440453-457E-4851-AB2A-529CEADB7790}" srcOrd="0" destOrd="0" presId="urn:microsoft.com/office/officeart/2005/8/layout/hierarchy1"/>
    <dgm:cxn modelId="{6E937E6E-9CD5-41A7-B237-BFC83FA61649}" type="presParOf" srcId="{8692B5C4-0020-466C-AC5A-8DE182715616}" destId="{65221601-A81A-4EFE-9CF9-EA5744E30F6A}" srcOrd="1" destOrd="0" presId="urn:microsoft.com/office/officeart/2005/8/layout/hierarchy1"/>
    <dgm:cxn modelId="{4986191D-22F2-4C64-9D91-9BA9B34757DD}" type="presParOf" srcId="{E2CB48E2-3B8F-4B50-8532-ACF7B94B691A}" destId="{7D42E515-ED4D-4887-83B2-613C7A4E05F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CD2FBEE-ACFF-47E4-81B2-3EA356B09633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72BAF5B-16E0-43B4-8586-D5CCDB892A54}">
      <dgm:prSet/>
      <dgm:spPr/>
      <dgm:t>
        <a:bodyPr/>
        <a:lstStyle/>
        <a:p>
          <a:r>
            <a:rPr lang="en-US"/>
            <a:t>İşlemci: Intel Quark X1000, 32-bit, 400MHz</a:t>
          </a:r>
        </a:p>
      </dgm:t>
    </dgm:pt>
    <dgm:pt modelId="{85859F04-49D1-40DB-B7C3-6C44CB13C5B9}" type="parTrans" cxnId="{B75303A5-276B-48E8-BB3B-1B64D9FDDA92}">
      <dgm:prSet/>
      <dgm:spPr/>
      <dgm:t>
        <a:bodyPr/>
        <a:lstStyle/>
        <a:p>
          <a:endParaRPr lang="en-US"/>
        </a:p>
      </dgm:t>
    </dgm:pt>
    <dgm:pt modelId="{58315F28-BBBA-4B33-8E34-8F0F7107E80C}" type="sibTrans" cxnId="{B75303A5-276B-48E8-BB3B-1B64D9FDDA92}">
      <dgm:prSet/>
      <dgm:spPr/>
      <dgm:t>
        <a:bodyPr/>
        <a:lstStyle/>
        <a:p>
          <a:endParaRPr lang="en-US"/>
        </a:p>
      </dgm:t>
    </dgm:pt>
    <dgm:pt modelId="{2C6000DE-2996-4E73-841D-1B941DE5D9AF}">
      <dgm:prSet/>
      <dgm:spPr/>
      <dgm:t>
        <a:bodyPr/>
        <a:lstStyle/>
        <a:p>
          <a:r>
            <a:rPr lang="en-US"/>
            <a:t>Güç Girişi: 5V</a:t>
          </a:r>
        </a:p>
      </dgm:t>
    </dgm:pt>
    <dgm:pt modelId="{0EB250B6-0790-45A7-91E8-C2CD0166A340}" type="parTrans" cxnId="{BDE77ED7-A454-47E6-95D0-A1B538357BBC}">
      <dgm:prSet/>
      <dgm:spPr/>
      <dgm:t>
        <a:bodyPr/>
        <a:lstStyle/>
        <a:p>
          <a:endParaRPr lang="en-US"/>
        </a:p>
      </dgm:t>
    </dgm:pt>
    <dgm:pt modelId="{3393A4D6-C3F2-4546-B223-C07AF77594B0}" type="sibTrans" cxnId="{BDE77ED7-A454-47E6-95D0-A1B538357BBC}">
      <dgm:prSet/>
      <dgm:spPr/>
      <dgm:t>
        <a:bodyPr/>
        <a:lstStyle/>
        <a:p>
          <a:endParaRPr lang="en-US"/>
        </a:p>
      </dgm:t>
    </dgm:pt>
    <dgm:pt modelId="{20AAB9CD-B971-40ED-9FA7-5F01F9659098}">
      <dgm:prSet/>
      <dgm:spPr/>
      <dgm:t>
        <a:bodyPr/>
        <a:lstStyle/>
        <a:p>
          <a:r>
            <a:rPr lang="en-US"/>
            <a:t>Ethernet Bağlantısı: Var (10/100 Mbit)</a:t>
          </a:r>
        </a:p>
      </dgm:t>
    </dgm:pt>
    <dgm:pt modelId="{4725DF52-1C83-4A5D-B693-B17D04B79F3D}" type="parTrans" cxnId="{D7C07429-E1B6-4F36-9843-F4785134C12E}">
      <dgm:prSet/>
      <dgm:spPr/>
      <dgm:t>
        <a:bodyPr/>
        <a:lstStyle/>
        <a:p>
          <a:endParaRPr lang="en-US"/>
        </a:p>
      </dgm:t>
    </dgm:pt>
    <dgm:pt modelId="{4B295347-2A89-4FA5-A683-B2A3935B0A93}" type="sibTrans" cxnId="{D7C07429-E1B6-4F36-9843-F4785134C12E}">
      <dgm:prSet/>
      <dgm:spPr/>
      <dgm:t>
        <a:bodyPr/>
        <a:lstStyle/>
        <a:p>
          <a:endParaRPr lang="en-US"/>
        </a:p>
      </dgm:t>
    </dgm:pt>
    <dgm:pt modelId="{89351CB0-4452-491F-BE60-0BB4093ADA5C}">
      <dgm:prSet/>
      <dgm:spPr/>
      <dgm:t>
        <a:bodyPr/>
        <a:lstStyle/>
        <a:p>
          <a:r>
            <a:rPr lang="en-US"/>
            <a:t>RS-232 Konsol Portu: Var</a:t>
          </a:r>
        </a:p>
      </dgm:t>
    </dgm:pt>
    <dgm:pt modelId="{45B611BD-2AC9-4AC4-AA14-D4A15D35E3BF}" type="parTrans" cxnId="{EA8C6D85-3C80-4605-A8EA-AAC20452BEA5}">
      <dgm:prSet/>
      <dgm:spPr/>
      <dgm:t>
        <a:bodyPr/>
        <a:lstStyle/>
        <a:p>
          <a:endParaRPr lang="en-US"/>
        </a:p>
      </dgm:t>
    </dgm:pt>
    <dgm:pt modelId="{EEDFFDD8-8CAE-4B0C-A18F-5CE350492E0E}" type="sibTrans" cxnId="{EA8C6D85-3C80-4605-A8EA-AAC20452BEA5}">
      <dgm:prSet/>
      <dgm:spPr/>
      <dgm:t>
        <a:bodyPr/>
        <a:lstStyle/>
        <a:p>
          <a:endParaRPr lang="en-US"/>
        </a:p>
      </dgm:t>
    </dgm:pt>
    <dgm:pt modelId="{114D8AF1-7263-40C2-BE78-F61BA34FEAA4}">
      <dgm:prSet/>
      <dgm:spPr/>
      <dgm:t>
        <a:bodyPr/>
        <a:lstStyle/>
        <a:p>
          <a:r>
            <a:rPr lang="en-US"/>
            <a:t>PWM Özelliği: 12 bit darbe genişliği modülasyonu (PWM) yok</a:t>
          </a:r>
        </a:p>
      </dgm:t>
    </dgm:pt>
    <dgm:pt modelId="{2C5AE142-8D5D-4771-A0C0-077F004368AD}" type="parTrans" cxnId="{8F0B828B-AFB0-43BC-96E5-4FAE6B3CEFE8}">
      <dgm:prSet/>
      <dgm:spPr/>
      <dgm:t>
        <a:bodyPr/>
        <a:lstStyle/>
        <a:p>
          <a:endParaRPr lang="en-US"/>
        </a:p>
      </dgm:t>
    </dgm:pt>
    <dgm:pt modelId="{003F1102-0667-4EE5-A0B7-A5D7F04798BC}" type="sibTrans" cxnId="{8F0B828B-AFB0-43BC-96E5-4FAE6B3CEFE8}">
      <dgm:prSet/>
      <dgm:spPr/>
      <dgm:t>
        <a:bodyPr/>
        <a:lstStyle/>
        <a:p>
          <a:endParaRPr lang="en-US"/>
        </a:p>
      </dgm:t>
    </dgm:pt>
    <dgm:pt modelId="{8229AD70-777C-4141-B8AE-A1E949D8F79F}">
      <dgm:prSet/>
      <dgm:spPr/>
      <dgm:t>
        <a:bodyPr/>
        <a:lstStyle/>
        <a:p>
          <a:r>
            <a:rPr lang="en-US"/>
            <a:t>PoE Desteği: Hayır</a:t>
          </a:r>
        </a:p>
      </dgm:t>
    </dgm:pt>
    <dgm:pt modelId="{DB845202-B0CC-45A9-BE74-2C174687BB7A}" type="parTrans" cxnId="{221FB0B8-91D5-4CC2-B9E3-8502969F232B}">
      <dgm:prSet/>
      <dgm:spPr/>
      <dgm:t>
        <a:bodyPr/>
        <a:lstStyle/>
        <a:p>
          <a:endParaRPr lang="en-US"/>
        </a:p>
      </dgm:t>
    </dgm:pt>
    <dgm:pt modelId="{362CD8F4-338E-4C7E-B73D-48E4C0FA6284}" type="sibTrans" cxnId="{221FB0B8-91D5-4CC2-B9E3-8502969F232B}">
      <dgm:prSet/>
      <dgm:spPr/>
      <dgm:t>
        <a:bodyPr/>
        <a:lstStyle/>
        <a:p>
          <a:endParaRPr lang="en-US"/>
        </a:p>
      </dgm:t>
    </dgm:pt>
    <dgm:pt modelId="{44298247-24FC-42B3-A618-B2A8318391BF}">
      <dgm:prSet/>
      <dgm:spPr/>
      <dgm:t>
        <a:bodyPr/>
        <a:lstStyle/>
        <a:p>
          <a:r>
            <a:rPr lang="en-US"/>
            <a:t>Genel Özellikler: Arduino Uno form faktöründe, 10/100 Ethernet, mini-PCI Express yuvası</a:t>
          </a:r>
        </a:p>
      </dgm:t>
    </dgm:pt>
    <dgm:pt modelId="{5E3DED82-B6DA-4CB5-9004-3D6570D9C19B}" type="parTrans" cxnId="{B097A3C0-CA37-4953-82C7-5EF3537968CB}">
      <dgm:prSet/>
      <dgm:spPr/>
      <dgm:t>
        <a:bodyPr/>
        <a:lstStyle/>
        <a:p>
          <a:endParaRPr lang="en-US"/>
        </a:p>
      </dgm:t>
    </dgm:pt>
    <dgm:pt modelId="{847A892B-1890-4CB9-A761-A0932C21EB7D}" type="sibTrans" cxnId="{B097A3C0-CA37-4953-82C7-5EF3537968CB}">
      <dgm:prSet/>
      <dgm:spPr/>
      <dgm:t>
        <a:bodyPr/>
        <a:lstStyle/>
        <a:p>
          <a:endParaRPr lang="en-US"/>
        </a:p>
      </dgm:t>
    </dgm:pt>
    <dgm:pt modelId="{15B132E8-3FB0-49A1-88A9-01C87F90F988}" type="pres">
      <dgm:prSet presAssocID="{8CD2FBEE-ACFF-47E4-81B2-3EA356B09633}" presName="diagram" presStyleCnt="0">
        <dgm:presLayoutVars>
          <dgm:dir/>
          <dgm:resizeHandles val="exact"/>
        </dgm:presLayoutVars>
      </dgm:prSet>
      <dgm:spPr/>
    </dgm:pt>
    <dgm:pt modelId="{B980089F-3C5D-4C37-8137-B176944A9E79}" type="pres">
      <dgm:prSet presAssocID="{B72BAF5B-16E0-43B4-8586-D5CCDB892A54}" presName="node" presStyleLbl="node1" presStyleIdx="0" presStyleCnt="7">
        <dgm:presLayoutVars>
          <dgm:bulletEnabled val="1"/>
        </dgm:presLayoutVars>
      </dgm:prSet>
      <dgm:spPr/>
    </dgm:pt>
    <dgm:pt modelId="{0058548F-EC1D-4C95-988F-6A4DD6885060}" type="pres">
      <dgm:prSet presAssocID="{58315F28-BBBA-4B33-8E34-8F0F7107E80C}" presName="sibTrans" presStyleCnt="0"/>
      <dgm:spPr/>
    </dgm:pt>
    <dgm:pt modelId="{22A59BB9-B73C-4E1B-B1B4-569315D30C62}" type="pres">
      <dgm:prSet presAssocID="{2C6000DE-2996-4E73-841D-1B941DE5D9AF}" presName="node" presStyleLbl="node1" presStyleIdx="1" presStyleCnt="7">
        <dgm:presLayoutVars>
          <dgm:bulletEnabled val="1"/>
        </dgm:presLayoutVars>
      </dgm:prSet>
      <dgm:spPr/>
    </dgm:pt>
    <dgm:pt modelId="{B15AF9DC-3241-45BE-896A-B698FECD16B0}" type="pres">
      <dgm:prSet presAssocID="{3393A4D6-C3F2-4546-B223-C07AF77594B0}" presName="sibTrans" presStyleCnt="0"/>
      <dgm:spPr/>
    </dgm:pt>
    <dgm:pt modelId="{D73AA04F-1C51-4E72-A594-BC3E46F690E4}" type="pres">
      <dgm:prSet presAssocID="{20AAB9CD-B971-40ED-9FA7-5F01F9659098}" presName="node" presStyleLbl="node1" presStyleIdx="2" presStyleCnt="7">
        <dgm:presLayoutVars>
          <dgm:bulletEnabled val="1"/>
        </dgm:presLayoutVars>
      </dgm:prSet>
      <dgm:spPr/>
    </dgm:pt>
    <dgm:pt modelId="{1A1B7DC0-5547-43BB-98A0-47BF4408048D}" type="pres">
      <dgm:prSet presAssocID="{4B295347-2A89-4FA5-A683-B2A3935B0A93}" presName="sibTrans" presStyleCnt="0"/>
      <dgm:spPr/>
    </dgm:pt>
    <dgm:pt modelId="{E6947A6E-9323-4DE0-94F3-A5092322B145}" type="pres">
      <dgm:prSet presAssocID="{89351CB0-4452-491F-BE60-0BB4093ADA5C}" presName="node" presStyleLbl="node1" presStyleIdx="3" presStyleCnt="7">
        <dgm:presLayoutVars>
          <dgm:bulletEnabled val="1"/>
        </dgm:presLayoutVars>
      </dgm:prSet>
      <dgm:spPr/>
    </dgm:pt>
    <dgm:pt modelId="{2D7F39FB-52AD-4106-83D8-DEDCBAEB57DC}" type="pres">
      <dgm:prSet presAssocID="{EEDFFDD8-8CAE-4B0C-A18F-5CE350492E0E}" presName="sibTrans" presStyleCnt="0"/>
      <dgm:spPr/>
    </dgm:pt>
    <dgm:pt modelId="{7F4F7C3D-B546-4759-AECE-DEB4E5CAC852}" type="pres">
      <dgm:prSet presAssocID="{114D8AF1-7263-40C2-BE78-F61BA34FEAA4}" presName="node" presStyleLbl="node1" presStyleIdx="4" presStyleCnt="7">
        <dgm:presLayoutVars>
          <dgm:bulletEnabled val="1"/>
        </dgm:presLayoutVars>
      </dgm:prSet>
      <dgm:spPr/>
    </dgm:pt>
    <dgm:pt modelId="{EB387E73-3EEA-45DD-BCC8-A25FBFB911D9}" type="pres">
      <dgm:prSet presAssocID="{003F1102-0667-4EE5-A0B7-A5D7F04798BC}" presName="sibTrans" presStyleCnt="0"/>
      <dgm:spPr/>
    </dgm:pt>
    <dgm:pt modelId="{1B96C355-814A-43F3-9A27-F9FA33BAEE4A}" type="pres">
      <dgm:prSet presAssocID="{8229AD70-777C-4141-B8AE-A1E949D8F79F}" presName="node" presStyleLbl="node1" presStyleIdx="5" presStyleCnt="7">
        <dgm:presLayoutVars>
          <dgm:bulletEnabled val="1"/>
        </dgm:presLayoutVars>
      </dgm:prSet>
      <dgm:spPr/>
    </dgm:pt>
    <dgm:pt modelId="{DA5C0418-4805-4DC0-8F59-65C52B849092}" type="pres">
      <dgm:prSet presAssocID="{362CD8F4-338E-4C7E-B73D-48E4C0FA6284}" presName="sibTrans" presStyleCnt="0"/>
      <dgm:spPr/>
    </dgm:pt>
    <dgm:pt modelId="{AE2AAF38-74B9-42CC-B840-CAE4B46CA4C2}" type="pres">
      <dgm:prSet presAssocID="{44298247-24FC-42B3-A618-B2A8318391BF}" presName="node" presStyleLbl="node1" presStyleIdx="6" presStyleCnt="7">
        <dgm:presLayoutVars>
          <dgm:bulletEnabled val="1"/>
        </dgm:presLayoutVars>
      </dgm:prSet>
      <dgm:spPr/>
    </dgm:pt>
  </dgm:ptLst>
  <dgm:cxnLst>
    <dgm:cxn modelId="{D463AB0E-9894-44D3-9CB9-229AF0814440}" type="presOf" srcId="{44298247-24FC-42B3-A618-B2A8318391BF}" destId="{AE2AAF38-74B9-42CC-B840-CAE4B46CA4C2}" srcOrd="0" destOrd="0" presId="urn:microsoft.com/office/officeart/2005/8/layout/default"/>
    <dgm:cxn modelId="{D7C07429-E1B6-4F36-9843-F4785134C12E}" srcId="{8CD2FBEE-ACFF-47E4-81B2-3EA356B09633}" destId="{20AAB9CD-B971-40ED-9FA7-5F01F9659098}" srcOrd="2" destOrd="0" parTransId="{4725DF52-1C83-4A5D-B693-B17D04B79F3D}" sibTransId="{4B295347-2A89-4FA5-A683-B2A3935B0A93}"/>
    <dgm:cxn modelId="{759B6E2C-C77A-4F71-AE23-BB0037BCA7D7}" type="presOf" srcId="{114D8AF1-7263-40C2-BE78-F61BA34FEAA4}" destId="{7F4F7C3D-B546-4759-AECE-DEB4E5CAC852}" srcOrd="0" destOrd="0" presId="urn:microsoft.com/office/officeart/2005/8/layout/default"/>
    <dgm:cxn modelId="{F8FD6932-DBD6-4CAF-9B4F-A75A7E747A97}" type="presOf" srcId="{B72BAF5B-16E0-43B4-8586-D5CCDB892A54}" destId="{B980089F-3C5D-4C37-8137-B176944A9E79}" srcOrd="0" destOrd="0" presId="urn:microsoft.com/office/officeart/2005/8/layout/default"/>
    <dgm:cxn modelId="{6EE19232-C43A-4691-B2D5-FC4588582444}" type="presOf" srcId="{20AAB9CD-B971-40ED-9FA7-5F01F9659098}" destId="{D73AA04F-1C51-4E72-A594-BC3E46F690E4}" srcOrd="0" destOrd="0" presId="urn:microsoft.com/office/officeart/2005/8/layout/default"/>
    <dgm:cxn modelId="{324FDB80-98D0-4FF2-A164-5B9D7378903B}" type="presOf" srcId="{89351CB0-4452-491F-BE60-0BB4093ADA5C}" destId="{E6947A6E-9323-4DE0-94F3-A5092322B145}" srcOrd="0" destOrd="0" presId="urn:microsoft.com/office/officeart/2005/8/layout/default"/>
    <dgm:cxn modelId="{EA8C6D85-3C80-4605-A8EA-AAC20452BEA5}" srcId="{8CD2FBEE-ACFF-47E4-81B2-3EA356B09633}" destId="{89351CB0-4452-491F-BE60-0BB4093ADA5C}" srcOrd="3" destOrd="0" parTransId="{45B611BD-2AC9-4AC4-AA14-D4A15D35E3BF}" sibTransId="{EEDFFDD8-8CAE-4B0C-A18F-5CE350492E0E}"/>
    <dgm:cxn modelId="{8F0B828B-AFB0-43BC-96E5-4FAE6B3CEFE8}" srcId="{8CD2FBEE-ACFF-47E4-81B2-3EA356B09633}" destId="{114D8AF1-7263-40C2-BE78-F61BA34FEAA4}" srcOrd="4" destOrd="0" parTransId="{2C5AE142-8D5D-4771-A0C0-077F004368AD}" sibTransId="{003F1102-0667-4EE5-A0B7-A5D7F04798BC}"/>
    <dgm:cxn modelId="{B75303A5-276B-48E8-BB3B-1B64D9FDDA92}" srcId="{8CD2FBEE-ACFF-47E4-81B2-3EA356B09633}" destId="{B72BAF5B-16E0-43B4-8586-D5CCDB892A54}" srcOrd="0" destOrd="0" parTransId="{85859F04-49D1-40DB-B7C3-6C44CB13C5B9}" sibTransId="{58315F28-BBBA-4B33-8E34-8F0F7107E80C}"/>
    <dgm:cxn modelId="{221FB0B8-91D5-4CC2-B9E3-8502969F232B}" srcId="{8CD2FBEE-ACFF-47E4-81B2-3EA356B09633}" destId="{8229AD70-777C-4141-B8AE-A1E949D8F79F}" srcOrd="5" destOrd="0" parTransId="{DB845202-B0CC-45A9-BE74-2C174687BB7A}" sibTransId="{362CD8F4-338E-4C7E-B73D-48E4C0FA6284}"/>
    <dgm:cxn modelId="{B097A3C0-CA37-4953-82C7-5EF3537968CB}" srcId="{8CD2FBEE-ACFF-47E4-81B2-3EA356B09633}" destId="{44298247-24FC-42B3-A618-B2A8318391BF}" srcOrd="6" destOrd="0" parTransId="{5E3DED82-B6DA-4CB5-9004-3D6570D9C19B}" sibTransId="{847A892B-1890-4CB9-A761-A0932C21EB7D}"/>
    <dgm:cxn modelId="{BDE77ED7-A454-47E6-95D0-A1B538357BBC}" srcId="{8CD2FBEE-ACFF-47E4-81B2-3EA356B09633}" destId="{2C6000DE-2996-4E73-841D-1B941DE5D9AF}" srcOrd="1" destOrd="0" parTransId="{0EB250B6-0790-45A7-91E8-C2CD0166A340}" sibTransId="{3393A4D6-C3F2-4546-B223-C07AF77594B0}"/>
    <dgm:cxn modelId="{BFB560EE-EA01-42BD-B0C7-DD3C0A340E54}" type="presOf" srcId="{8CD2FBEE-ACFF-47E4-81B2-3EA356B09633}" destId="{15B132E8-3FB0-49A1-88A9-01C87F90F988}" srcOrd="0" destOrd="0" presId="urn:microsoft.com/office/officeart/2005/8/layout/default"/>
    <dgm:cxn modelId="{F680A5F3-A47E-42B1-8C2D-9DF0740358EE}" type="presOf" srcId="{2C6000DE-2996-4E73-841D-1B941DE5D9AF}" destId="{22A59BB9-B73C-4E1B-B1B4-569315D30C62}" srcOrd="0" destOrd="0" presId="urn:microsoft.com/office/officeart/2005/8/layout/default"/>
    <dgm:cxn modelId="{4A2C9CF7-FAFB-44A7-82B3-8E7EA806E368}" type="presOf" srcId="{8229AD70-777C-4141-B8AE-A1E949D8F79F}" destId="{1B96C355-814A-43F3-9A27-F9FA33BAEE4A}" srcOrd="0" destOrd="0" presId="urn:microsoft.com/office/officeart/2005/8/layout/default"/>
    <dgm:cxn modelId="{035FC83C-D736-4C39-BB1C-D929D1F35937}" type="presParOf" srcId="{15B132E8-3FB0-49A1-88A9-01C87F90F988}" destId="{B980089F-3C5D-4C37-8137-B176944A9E79}" srcOrd="0" destOrd="0" presId="urn:microsoft.com/office/officeart/2005/8/layout/default"/>
    <dgm:cxn modelId="{5E076ADF-B570-44F3-BC39-C5961BFF8369}" type="presParOf" srcId="{15B132E8-3FB0-49A1-88A9-01C87F90F988}" destId="{0058548F-EC1D-4C95-988F-6A4DD6885060}" srcOrd="1" destOrd="0" presId="urn:microsoft.com/office/officeart/2005/8/layout/default"/>
    <dgm:cxn modelId="{585533FD-A513-4B28-8A23-559DB066C467}" type="presParOf" srcId="{15B132E8-3FB0-49A1-88A9-01C87F90F988}" destId="{22A59BB9-B73C-4E1B-B1B4-569315D30C62}" srcOrd="2" destOrd="0" presId="urn:microsoft.com/office/officeart/2005/8/layout/default"/>
    <dgm:cxn modelId="{F0C67587-F444-4D37-BCDE-CE4BA93779F6}" type="presParOf" srcId="{15B132E8-3FB0-49A1-88A9-01C87F90F988}" destId="{B15AF9DC-3241-45BE-896A-B698FECD16B0}" srcOrd="3" destOrd="0" presId="urn:microsoft.com/office/officeart/2005/8/layout/default"/>
    <dgm:cxn modelId="{20354A47-D7BB-4E6D-ABB4-4A44E020DA57}" type="presParOf" srcId="{15B132E8-3FB0-49A1-88A9-01C87F90F988}" destId="{D73AA04F-1C51-4E72-A594-BC3E46F690E4}" srcOrd="4" destOrd="0" presId="urn:microsoft.com/office/officeart/2005/8/layout/default"/>
    <dgm:cxn modelId="{3CBA5243-0F5D-47F5-9450-94837D303EDB}" type="presParOf" srcId="{15B132E8-3FB0-49A1-88A9-01C87F90F988}" destId="{1A1B7DC0-5547-43BB-98A0-47BF4408048D}" srcOrd="5" destOrd="0" presId="urn:microsoft.com/office/officeart/2005/8/layout/default"/>
    <dgm:cxn modelId="{D25D106D-B8A5-4E31-AFA4-49B122032345}" type="presParOf" srcId="{15B132E8-3FB0-49A1-88A9-01C87F90F988}" destId="{E6947A6E-9323-4DE0-94F3-A5092322B145}" srcOrd="6" destOrd="0" presId="urn:microsoft.com/office/officeart/2005/8/layout/default"/>
    <dgm:cxn modelId="{071B4B13-D55E-4D49-9A3C-7D683A4C566D}" type="presParOf" srcId="{15B132E8-3FB0-49A1-88A9-01C87F90F988}" destId="{2D7F39FB-52AD-4106-83D8-DEDCBAEB57DC}" srcOrd="7" destOrd="0" presId="urn:microsoft.com/office/officeart/2005/8/layout/default"/>
    <dgm:cxn modelId="{8A1B6D96-8F39-4E08-ABFC-013D63BBFF6C}" type="presParOf" srcId="{15B132E8-3FB0-49A1-88A9-01C87F90F988}" destId="{7F4F7C3D-B546-4759-AECE-DEB4E5CAC852}" srcOrd="8" destOrd="0" presId="urn:microsoft.com/office/officeart/2005/8/layout/default"/>
    <dgm:cxn modelId="{FAD3D9CC-5D41-46E1-86D4-E9D2B287B841}" type="presParOf" srcId="{15B132E8-3FB0-49A1-88A9-01C87F90F988}" destId="{EB387E73-3EEA-45DD-BCC8-A25FBFB911D9}" srcOrd="9" destOrd="0" presId="urn:microsoft.com/office/officeart/2005/8/layout/default"/>
    <dgm:cxn modelId="{4A28C291-EC39-442B-9C3E-72A43F4E7E0C}" type="presParOf" srcId="{15B132E8-3FB0-49A1-88A9-01C87F90F988}" destId="{1B96C355-814A-43F3-9A27-F9FA33BAEE4A}" srcOrd="10" destOrd="0" presId="urn:microsoft.com/office/officeart/2005/8/layout/default"/>
    <dgm:cxn modelId="{AC78E58E-CD2D-4615-8799-4E4FBBB872B5}" type="presParOf" srcId="{15B132E8-3FB0-49A1-88A9-01C87F90F988}" destId="{DA5C0418-4805-4DC0-8F59-65C52B849092}" srcOrd="11" destOrd="0" presId="urn:microsoft.com/office/officeart/2005/8/layout/default"/>
    <dgm:cxn modelId="{26D80741-1926-4F7D-9C7C-6D65C9D18744}" type="presParOf" srcId="{15B132E8-3FB0-49A1-88A9-01C87F90F988}" destId="{AE2AAF38-74B9-42CC-B840-CAE4B46CA4C2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440453-457E-4851-AB2A-529CEADB7790}">
      <dsp:nvSpPr>
        <dsp:cNvPr id="0" name=""/>
        <dsp:cNvSpPr/>
      </dsp:nvSpPr>
      <dsp:spPr>
        <a:xfrm>
          <a:off x="2644079" y="121"/>
          <a:ext cx="3881733" cy="246490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221601-A81A-4EFE-9CF9-EA5744E30F6A}">
      <dsp:nvSpPr>
        <dsp:cNvPr id="0" name=""/>
        <dsp:cNvSpPr/>
      </dsp:nvSpPr>
      <dsp:spPr>
        <a:xfrm>
          <a:off x="3075383" y="409860"/>
          <a:ext cx="3881733" cy="246490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Intel, Galileo'nun Gen 1 ve Gen 2 olarak adlandırılan iki sürümü yayınladı. Bu geliştirme kartlarına bazen "Çıkış kartları" da denir.</a:t>
          </a:r>
        </a:p>
      </dsp:txBody>
      <dsp:txXfrm>
        <a:off x="3147577" y="482054"/>
        <a:ext cx="3737345" cy="232051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80089F-3C5D-4C37-8137-B176944A9E79}">
      <dsp:nvSpPr>
        <dsp:cNvPr id="0" name=""/>
        <dsp:cNvSpPr/>
      </dsp:nvSpPr>
      <dsp:spPr>
        <a:xfrm>
          <a:off x="48170" y="660"/>
          <a:ext cx="2210431" cy="132625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İşlemci: Intel Quark X1000, 32-bit, 400MHz</a:t>
          </a:r>
        </a:p>
      </dsp:txBody>
      <dsp:txXfrm>
        <a:off x="48170" y="660"/>
        <a:ext cx="2210431" cy="1326259"/>
      </dsp:txXfrm>
    </dsp:sp>
    <dsp:sp modelId="{22A59BB9-B73C-4E1B-B1B4-569315D30C62}">
      <dsp:nvSpPr>
        <dsp:cNvPr id="0" name=""/>
        <dsp:cNvSpPr/>
      </dsp:nvSpPr>
      <dsp:spPr>
        <a:xfrm>
          <a:off x="2479645" y="660"/>
          <a:ext cx="2210431" cy="1326259"/>
        </a:xfrm>
        <a:prstGeom prst="rect">
          <a:avLst/>
        </a:prstGeom>
        <a:solidFill>
          <a:schemeClr val="accent2">
            <a:hueOff val="560526"/>
            <a:satOff val="-595"/>
            <a:lumOff val="457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Güç Girişi: 5V</a:t>
          </a:r>
        </a:p>
      </dsp:txBody>
      <dsp:txXfrm>
        <a:off x="2479645" y="660"/>
        <a:ext cx="2210431" cy="1326259"/>
      </dsp:txXfrm>
    </dsp:sp>
    <dsp:sp modelId="{D73AA04F-1C51-4E72-A594-BC3E46F690E4}">
      <dsp:nvSpPr>
        <dsp:cNvPr id="0" name=""/>
        <dsp:cNvSpPr/>
      </dsp:nvSpPr>
      <dsp:spPr>
        <a:xfrm>
          <a:off x="4911120" y="660"/>
          <a:ext cx="2210431" cy="1326259"/>
        </a:xfrm>
        <a:prstGeom prst="rect">
          <a:avLst/>
        </a:prstGeom>
        <a:solidFill>
          <a:schemeClr val="accent2">
            <a:hueOff val="1121052"/>
            <a:satOff val="-1191"/>
            <a:lumOff val="91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Ethernet Bağlantısı: Var (10/100 Mbit)</a:t>
          </a:r>
        </a:p>
      </dsp:txBody>
      <dsp:txXfrm>
        <a:off x="4911120" y="660"/>
        <a:ext cx="2210431" cy="1326259"/>
      </dsp:txXfrm>
    </dsp:sp>
    <dsp:sp modelId="{E6947A6E-9323-4DE0-94F3-A5092322B145}">
      <dsp:nvSpPr>
        <dsp:cNvPr id="0" name=""/>
        <dsp:cNvSpPr/>
      </dsp:nvSpPr>
      <dsp:spPr>
        <a:xfrm>
          <a:off x="7342595" y="660"/>
          <a:ext cx="2210431" cy="1326259"/>
        </a:xfrm>
        <a:prstGeom prst="rect">
          <a:avLst/>
        </a:prstGeom>
        <a:solidFill>
          <a:schemeClr val="accent2">
            <a:hueOff val="1681577"/>
            <a:satOff val="-1786"/>
            <a:lumOff val="1372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RS-232 Konsol Portu: Var</a:t>
          </a:r>
        </a:p>
      </dsp:txBody>
      <dsp:txXfrm>
        <a:off x="7342595" y="660"/>
        <a:ext cx="2210431" cy="1326259"/>
      </dsp:txXfrm>
    </dsp:sp>
    <dsp:sp modelId="{7F4F7C3D-B546-4759-AECE-DEB4E5CAC852}">
      <dsp:nvSpPr>
        <dsp:cNvPr id="0" name=""/>
        <dsp:cNvSpPr/>
      </dsp:nvSpPr>
      <dsp:spPr>
        <a:xfrm>
          <a:off x="1263907" y="1547963"/>
          <a:ext cx="2210431" cy="1326259"/>
        </a:xfrm>
        <a:prstGeom prst="rect">
          <a:avLst/>
        </a:prstGeom>
        <a:solidFill>
          <a:schemeClr val="accent2">
            <a:hueOff val="2242103"/>
            <a:satOff val="-2381"/>
            <a:lumOff val="183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PWM Özelliği: 12 bit darbe genişliği modülasyonu (PWM) yok</a:t>
          </a:r>
        </a:p>
      </dsp:txBody>
      <dsp:txXfrm>
        <a:off x="1263907" y="1547963"/>
        <a:ext cx="2210431" cy="1326259"/>
      </dsp:txXfrm>
    </dsp:sp>
    <dsp:sp modelId="{1B96C355-814A-43F3-9A27-F9FA33BAEE4A}">
      <dsp:nvSpPr>
        <dsp:cNvPr id="0" name=""/>
        <dsp:cNvSpPr/>
      </dsp:nvSpPr>
      <dsp:spPr>
        <a:xfrm>
          <a:off x="3695382" y="1547963"/>
          <a:ext cx="2210431" cy="1326259"/>
        </a:xfrm>
        <a:prstGeom prst="rect">
          <a:avLst/>
        </a:prstGeom>
        <a:solidFill>
          <a:schemeClr val="accent2">
            <a:hueOff val="2802629"/>
            <a:satOff val="-2977"/>
            <a:lumOff val="2287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PoE Desteği: Hayır</a:t>
          </a:r>
        </a:p>
      </dsp:txBody>
      <dsp:txXfrm>
        <a:off x="3695382" y="1547963"/>
        <a:ext cx="2210431" cy="1326259"/>
      </dsp:txXfrm>
    </dsp:sp>
    <dsp:sp modelId="{AE2AAF38-74B9-42CC-B840-CAE4B46CA4C2}">
      <dsp:nvSpPr>
        <dsp:cNvPr id="0" name=""/>
        <dsp:cNvSpPr/>
      </dsp:nvSpPr>
      <dsp:spPr>
        <a:xfrm>
          <a:off x="6126857" y="1547963"/>
          <a:ext cx="2210431" cy="1326259"/>
        </a:xfrm>
        <a:prstGeom prst="rect">
          <a:avLst/>
        </a:prstGeom>
        <a:solidFill>
          <a:schemeClr val="accent2">
            <a:hueOff val="3363155"/>
            <a:satOff val="-3572"/>
            <a:lumOff val="274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Genel Özellikler: Arduino Uno form faktöründe, 10/100 Ethernet, mini-PCI Express yuvası</a:t>
          </a:r>
        </a:p>
      </dsp:txBody>
      <dsp:txXfrm>
        <a:off x="6126857" y="1547963"/>
        <a:ext cx="2210431" cy="132625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4/28/2024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803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4/28/2024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2109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56189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4/28/2024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411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4706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0109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6819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3872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6627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027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10373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290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76848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64177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66512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24864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2822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4/28/2024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5827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  <p:sldLayoutId id="2147483689" r:id="rId15"/>
    <p:sldLayoutId id="2147483690" r:id="rId16"/>
    <p:sldLayoutId id="214748369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Arduino" TargetMode="External"/><Relationship Id="rId2" Type="http://schemas.openxmlformats.org/officeDocument/2006/relationships/hyperlink" Target="https://en.wikipedia.org/wiki/Intel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jpe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Intel_Galileo#cite_note-:5-12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Intel_Galileo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2787405" y="1487055"/>
            <a:ext cx="6138519" cy="4114800"/>
          </a:xfrm>
        </p:spPr>
        <p:txBody>
          <a:bodyPr anchor="ctr">
            <a:normAutofit/>
          </a:bodyPr>
          <a:lstStyle/>
          <a:p>
            <a:r>
              <a:rPr lang="tr-TR" dirty="0">
                <a:solidFill>
                  <a:srgbClr val="0070C0"/>
                </a:solidFill>
              </a:rPr>
              <a:t> INTEL GALILEO PLATFORMU'NUN TANITILMASI</a:t>
            </a:r>
          </a:p>
        </p:txBody>
      </p:sp>
    </p:spTree>
    <p:extLst>
      <p:ext uri="{BB962C8B-B14F-4D97-AF65-F5344CB8AC3E}">
        <p14:creationId xmlns:p14="http://schemas.microsoft.com/office/powerpoint/2010/main" val="167442580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7642116-6E51-9EFC-F444-E1821C8F0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>
                <a:solidFill>
                  <a:srgbClr val="0070C0"/>
                </a:solidFill>
              </a:rPr>
              <a:t>Giriş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BE3134D-CC55-1FAA-A783-BB745CC38F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tr-TR" sz="2000" b="1" dirty="0">
                <a:latin typeface="Aptos"/>
                <a:ea typeface="+mj-lt"/>
                <a:cs typeface="+mj-lt"/>
              </a:rPr>
              <a:t>Intel Galileo, </a:t>
            </a:r>
            <a:r>
              <a:rPr lang="tr-TR" sz="2000" dirty="0">
                <a:latin typeface="Aptos"/>
                <a:ea typeface="+mj-lt"/>
                <a:cs typeface="+mj-lt"/>
                <a:hlinkClick r:id="rId2"/>
              </a:rPr>
              <a:t>Intel</a:t>
            </a:r>
            <a:r>
              <a:rPr lang="tr-TR" sz="2000" dirty="0">
                <a:latin typeface="Aptos"/>
                <a:ea typeface="+mj-lt"/>
                <a:cs typeface="+mj-lt"/>
              </a:rPr>
              <a:t> x86 mimarisini temel alan </a:t>
            </a:r>
            <a:r>
              <a:rPr lang="tr-TR" sz="2000" dirty="0">
                <a:latin typeface="Aptos"/>
                <a:ea typeface="+mj-lt"/>
                <a:cs typeface="+mj-lt"/>
                <a:hlinkClick r:id="rId3"/>
              </a:rPr>
              <a:t>Arduino</a:t>
            </a:r>
            <a:r>
              <a:rPr lang="tr-TR" sz="2000" dirty="0">
                <a:latin typeface="Aptos"/>
                <a:ea typeface="+mj-lt"/>
                <a:cs typeface="+mj-lt"/>
              </a:rPr>
              <a:t> sertifikalı geliştirme kartları serisinin ilkidir. Yapımcı ve eğitim toplulukları için tasarlanmıştır.</a:t>
            </a:r>
          </a:p>
          <a:p>
            <a:r>
              <a:rPr lang="tr-TR" sz="2000" dirty="0">
                <a:solidFill>
                  <a:srgbClr val="0D0D0D"/>
                </a:solidFill>
                <a:latin typeface="Aptos"/>
                <a:ea typeface="+mj-lt"/>
                <a:cs typeface="+mj-lt"/>
              </a:rPr>
              <a:t>Intel Galileo, Intel'in </a:t>
            </a:r>
            <a:r>
              <a:rPr lang="tr-TR" sz="2000" err="1">
                <a:solidFill>
                  <a:srgbClr val="0D0D0D"/>
                </a:solidFill>
                <a:latin typeface="Aptos"/>
                <a:ea typeface="+mj-lt"/>
                <a:cs typeface="+mj-lt"/>
              </a:rPr>
              <a:t>IoT</a:t>
            </a:r>
            <a:r>
              <a:rPr lang="tr-TR" sz="2000" dirty="0">
                <a:solidFill>
                  <a:srgbClr val="0D0D0D"/>
                </a:solidFill>
                <a:latin typeface="Aptos"/>
                <a:ea typeface="+mj-lt"/>
                <a:cs typeface="+mj-lt"/>
              </a:rPr>
              <a:t> (Nesnelerin İnterneti) ve gömülü sistemler için bir geliştirme platformudur. Bu platform, çeşitli sensörlerle etkileşimde bulunarak, veri toplama ve analiz etme yeteneklerine sahiptir. </a:t>
            </a:r>
          </a:p>
          <a:p>
            <a:r>
              <a:rPr lang="tr-TR" sz="2000" dirty="0">
                <a:solidFill>
                  <a:srgbClr val="0D0D0D"/>
                </a:solidFill>
                <a:latin typeface="Aptos"/>
                <a:ea typeface="+mj-lt"/>
                <a:cs typeface="+mj-lt"/>
              </a:rPr>
              <a:t>Genişletilebilirlik, güçlü işlemci ve çeşitli bağlantı seçenekleriyle Intel Galileo, </a:t>
            </a:r>
            <a:r>
              <a:rPr lang="tr-TR" sz="2000" err="1">
                <a:solidFill>
                  <a:srgbClr val="0D0D0D"/>
                </a:solidFill>
                <a:latin typeface="Aptos"/>
                <a:ea typeface="+mj-lt"/>
                <a:cs typeface="+mj-lt"/>
              </a:rPr>
              <a:t>IoT</a:t>
            </a:r>
            <a:r>
              <a:rPr lang="tr-TR" sz="2000" dirty="0">
                <a:solidFill>
                  <a:srgbClr val="0D0D0D"/>
                </a:solidFill>
                <a:latin typeface="Aptos"/>
                <a:ea typeface="+mj-lt"/>
                <a:cs typeface="+mj-lt"/>
              </a:rPr>
              <a:t> projeleriniz için ideal bir seçenektir.</a:t>
            </a:r>
            <a:endParaRPr lang="tr-TR" sz="2000">
              <a:solidFill>
                <a:srgbClr val="0D0D0D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9185506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B64368D-7B77-2C92-3DE1-4598E9B8A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>
                <a:solidFill>
                  <a:srgbClr val="0070C0"/>
                </a:solidFill>
              </a:rPr>
              <a:t>INTEL GALILEO PLATFORMU'NUN ÖZELLİKLERİ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C31AFFD-07F0-74D3-6B78-CE3FB19BF9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tr-TR" sz="2000" dirty="0">
                <a:solidFill>
                  <a:srgbClr val="C00000"/>
                </a:solidFill>
                <a:latin typeface="Aptos"/>
                <a:ea typeface="+mn-lt"/>
                <a:cs typeface="+mn-lt"/>
              </a:rPr>
              <a:t>Güçlü İşlemci:</a:t>
            </a:r>
            <a:r>
              <a:rPr lang="tr-TR" sz="20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 Intel Galileo, Intel </a:t>
            </a:r>
            <a:r>
              <a:rPr lang="tr-TR" sz="200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Quark</a:t>
            </a:r>
            <a:r>
              <a:rPr lang="tr-TR" sz="20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 işlemcisine sahiptir, bu da yüksek performans ve hızlı veri işleme sağlar.</a:t>
            </a:r>
          </a:p>
          <a:p>
            <a:pPr marL="457200" indent="-457200">
              <a:buSzPct val="114999"/>
              <a:buAutoNum type="arabicPeriod"/>
            </a:pPr>
            <a:r>
              <a:rPr lang="tr-TR" sz="2000" dirty="0">
                <a:solidFill>
                  <a:srgbClr val="C00000"/>
                </a:solidFill>
                <a:latin typeface="Aptos"/>
                <a:ea typeface="+mn-lt"/>
                <a:cs typeface="+mn-lt"/>
              </a:rPr>
              <a:t>Arduino Uyumlu:</a:t>
            </a:r>
            <a:r>
              <a:rPr lang="tr-TR" sz="20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 Arduino IDE ile uyumlu olan Intel Galileo, Arduino tabanlı projeleri kolayca geliştirmenize olanak tanır.</a:t>
            </a:r>
          </a:p>
          <a:p>
            <a:pPr marL="457200" indent="-457200">
              <a:buSzPct val="114999"/>
              <a:buAutoNum type="arabicPeriod"/>
            </a:pPr>
            <a:r>
              <a:rPr lang="tr-TR" sz="2000" dirty="0">
                <a:solidFill>
                  <a:srgbClr val="C00000"/>
                </a:solidFill>
                <a:latin typeface="Aptos"/>
                <a:ea typeface="+mn-lt"/>
                <a:cs typeface="+mn-lt"/>
              </a:rPr>
              <a:t>Genişletilebilirlik:</a:t>
            </a:r>
            <a:r>
              <a:rPr lang="tr-TR" sz="20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 Platform, çeşitli genişletme yuvaları aracılığıyla sensörler, ekranlar ve diğer donanımların entegrasyonunu destekler.</a:t>
            </a:r>
          </a:p>
          <a:p>
            <a:pPr marL="457200" indent="-457200">
              <a:buSzPct val="114999"/>
              <a:buAutoNum type="arabicPeriod"/>
            </a:pPr>
            <a:r>
              <a:rPr lang="tr-TR" sz="2000" dirty="0">
                <a:solidFill>
                  <a:srgbClr val="C00000"/>
                </a:solidFill>
                <a:latin typeface="Aptos"/>
                <a:ea typeface="+mn-lt"/>
                <a:cs typeface="+mn-lt"/>
              </a:rPr>
              <a:t>Çeşitli Bağlantı Seçenekleri: </a:t>
            </a:r>
            <a:r>
              <a:rPr lang="tr-TR" sz="20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Ethernet, </a:t>
            </a:r>
            <a:r>
              <a:rPr lang="tr-TR" sz="200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Wi</a:t>
            </a:r>
            <a:r>
              <a:rPr lang="tr-TR" sz="20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-Fi ve USB gibi çeşitli bağlantı seçenekleri sayesinde, veri iletişimi ve internete bağlanma kolaylığı sağlar.</a:t>
            </a:r>
            <a:endParaRPr lang="tr-TR" sz="2000">
              <a:solidFill>
                <a:srgbClr val="0D0D0D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3903222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DE06C-B64E-D3FA-4A65-86A4D8B76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solidFill>
                  <a:srgbClr val="00B0F0"/>
                </a:solidFill>
                <a:ea typeface="+mj-lt"/>
                <a:cs typeface="+mj-lt"/>
              </a:rPr>
              <a:t>Intel Galileo </a:t>
            </a:r>
            <a:r>
              <a:rPr lang="en-US" sz="4000" err="1">
                <a:solidFill>
                  <a:srgbClr val="00B0F0"/>
                </a:solidFill>
                <a:ea typeface="+mj-lt"/>
                <a:cs typeface="+mj-lt"/>
              </a:rPr>
              <a:t>Platformunun</a:t>
            </a:r>
            <a:r>
              <a:rPr lang="en-US" sz="4000" dirty="0">
                <a:solidFill>
                  <a:srgbClr val="00B0F0"/>
                </a:solidFill>
                <a:ea typeface="+mj-lt"/>
                <a:cs typeface="+mj-lt"/>
              </a:rPr>
              <a:t> </a:t>
            </a:r>
            <a:r>
              <a:rPr lang="en-US" sz="4000" err="1">
                <a:solidFill>
                  <a:srgbClr val="00B0F0"/>
                </a:solidFill>
                <a:ea typeface="+mj-lt"/>
                <a:cs typeface="+mj-lt"/>
              </a:rPr>
              <a:t>Uygulama</a:t>
            </a:r>
            <a:r>
              <a:rPr lang="en-US" sz="4000" dirty="0">
                <a:solidFill>
                  <a:srgbClr val="00B0F0"/>
                </a:solidFill>
                <a:ea typeface="+mj-lt"/>
                <a:cs typeface="+mj-lt"/>
              </a:rPr>
              <a:t> </a:t>
            </a:r>
            <a:r>
              <a:rPr lang="en-US" sz="4000" err="1">
                <a:solidFill>
                  <a:srgbClr val="00B0F0"/>
                </a:solidFill>
                <a:ea typeface="+mj-lt"/>
                <a:cs typeface="+mj-lt"/>
              </a:rPr>
              <a:t>Alanları</a:t>
            </a:r>
            <a:endParaRPr lang="en-US" sz="4000" err="1">
              <a:solidFill>
                <a:srgbClr val="00B0F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1BC845-DADC-64D3-4855-4DBCE84D2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 err="1">
                <a:solidFill>
                  <a:srgbClr val="C00000"/>
                </a:solidFill>
                <a:latin typeface="Aptos"/>
                <a:ea typeface="+mn-lt"/>
                <a:cs typeface="+mn-lt"/>
              </a:rPr>
              <a:t>Endüstriyel</a:t>
            </a:r>
            <a:r>
              <a:rPr lang="en-US" sz="1800" dirty="0">
                <a:solidFill>
                  <a:srgbClr val="C00000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800" dirty="0" err="1">
                <a:solidFill>
                  <a:srgbClr val="C00000"/>
                </a:solidFill>
                <a:latin typeface="Aptos"/>
                <a:ea typeface="+mn-lt"/>
                <a:cs typeface="+mn-lt"/>
              </a:rPr>
              <a:t>Otomasyon</a:t>
            </a:r>
            <a:r>
              <a:rPr lang="en-US" sz="18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: Intel Galileo, </a:t>
            </a:r>
            <a:r>
              <a:rPr lang="en-US" sz="1800" dirty="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endüstriyel</a:t>
            </a:r>
            <a:r>
              <a:rPr lang="en-US" sz="18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800" dirty="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ortamlarda</a:t>
            </a:r>
            <a:r>
              <a:rPr lang="en-US" sz="18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800" dirty="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otomasyon</a:t>
            </a:r>
            <a:r>
              <a:rPr lang="en-US" sz="18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800" dirty="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sistemlerinin</a:t>
            </a:r>
            <a:r>
              <a:rPr lang="en-US" sz="18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800" dirty="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geliştirilmesi</a:t>
            </a:r>
            <a:r>
              <a:rPr lang="en-US" sz="18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800" dirty="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için</a:t>
            </a:r>
            <a:r>
              <a:rPr lang="en-US" sz="18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 ideal </a:t>
            </a:r>
            <a:r>
              <a:rPr lang="en-US" sz="1800" dirty="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bir</a:t>
            </a:r>
            <a:r>
              <a:rPr lang="en-US" sz="18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 platform </a:t>
            </a:r>
            <a:r>
              <a:rPr lang="en-US" sz="1800" dirty="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sağlar</a:t>
            </a:r>
            <a:r>
              <a:rPr lang="en-US" sz="18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.</a:t>
            </a:r>
            <a:endParaRPr lang="en-US" sz="1800">
              <a:solidFill>
                <a:srgbClr val="0D0D0D"/>
              </a:solidFill>
              <a:latin typeface="Aptos"/>
            </a:endParaRPr>
          </a:p>
          <a:p>
            <a:pPr>
              <a:buSzPct val="114999"/>
            </a:pPr>
            <a:r>
              <a:rPr lang="en-US" sz="1800" dirty="0">
                <a:solidFill>
                  <a:srgbClr val="C00000"/>
                </a:solidFill>
                <a:latin typeface="Aptos"/>
                <a:ea typeface="+mn-lt"/>
                <a:cs typeface="+mn-lt"/>
              </a:rPr>
              <a:t>Akıllı Ev </a:t>
            </a:r>
            <a:r>
              <a:rPr lang="en-US" sz="1800" dirty="0" err="1">
                <a:solidFill>
                  <a:srgbClr val="C00000"/>
                </a:solidFill>
                <a:latin typeface="Aptos"/>
                <a:ea typeface="+mn-lt"/>
                <a:cs typeface="+mn-lt"/>
              </a:rPr>
              <a:t>Sistemleri</a:t>
            </a:r>
            <a:r>
              <a:rPr lang="en-US" sz="18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: Ev </a:t>
            </a:r>
            <a:r>
              <a:rPr lang="en-US" sz="1800" dirty="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otomasyonu</a:t>
            </a:r>
            <a:r>
              <a:rPr lang="en-US" sz="18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800" dirty="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projelerinde</a:t>
            </a:r>
            <a:r>
              <a:rPr lang="en-US" sz="18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, IoT </a:t>
            </a:r>
            <a:r>
              <a:rPr lang="en-US" sz="1800" dirty="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tabanlı</a:t>
            </a:r>
            <a:r>
              <a:rPr lang="en-US" sz="18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800" dirty="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uygulamaların</a:t>
            </a:r>
            <a:r>
              <a:rPr lang="en-US" sz="18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800" dirty="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geliştirilmesinde</a:t>
            </a:r>
            <a:r>
              <a:rPr lang="en-US" sz="18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 Intel Galileo </a:t>
            </a:r>
            <a:r>
              <a:rPr lang="en-US" sz="1800" dirty="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kullanılabilir</a:t>
            </a:r>
            <a:r>
              <a:rPr lang="en-US" sz="18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.</a:t>
            </a:r>
            <a:endParaRPr lang="en-US" sz="1800">
              <a:solidFill>
                <a:srgbClr val="0D0D0D"/>
              </a:solidFill>
              <a:latin typeface="Aptos"/>
            </a:endParaRPr>
          </a:p>
          <a:p>
            <a:pPr>
              <a:buSzPct val="114999"/>
            </a:pPr>
            <a:r>
              <a:rPr lang="en-US" sz="1800" dirty="0" err="1">
                <a:solidFill>
                  <a:srgbClr val="C00000"/>
                </a:solidFill>
                <a:latin typeface="Aptos"/>
                <a:ea typeface="+mn-lt"/>
                <a:cs typeface="+mn-lt"/>
              </a:rPr>
              <a:t>Tarım</a:t>
            </a:r>
            <a:r>
              <a:rPr lang="en-US" sz="1800" dirty="0">
                <a:solidFill>
                  <a:srgbClr val="C00000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800" dirty="0" err="1">
                <a:solidFill>
                  <a:srgbClr val="C00000"/>
                </a:solidFill>
                <a:latin typeface="Aptos"/>
                <a:ea typeface="+mn-lt"/>
                <a:cs typeface="+mn-lt"/>
              </a:rPr>
              <a:t>Teknolojileri</a:t>
            </a:r>
            <a:r>
              <a:rPr lang="en-US" sz="18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: Veri </a:t>
            </a:r>
            <a:r>
              <a:rPr lang="en-US" sz="1800" dirty="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toplama</a:t>
            </a:r>
            <a:r>
              <a:rPr lang="en-US" sz="18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800" dirty="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ve</a:t>
            </a:r>
            <a:r>
              <a:rPr lang="en-US" sz="18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800" dirty="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analizine</a:t>
            </a:r>
            <a:r>
              <a:rPr lang="en-US" sz="18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800" dirty="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dayalı</a:t>
            </a:r>
            <a:r>
              <a:rPr lang="en-US" sz="18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800" dirty="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tarım</a:t>
            </a:r>
            <a:r>
              <a:rPr lang="en-US" sz="18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800" dirty="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uygulamaları</a:t>
            </a:r>
            <a:r>
              <a:rPr lang="en-US" sz="18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800" dirty="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için</a:t>
            </a:r>
            <a:r>
              <a:rPr lang="en-US" sz="18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 Intel Galileo, </a:t>
            </a:r>
            <a:r>
              <a:rPr lang="en-US" sz="1800" dirty="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çiftçilere</a:t>
            </a:r>
            <a:r>
              <a:rPr lang="en-US" sz="18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800" dirty="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ve</a:t>
            </a:r>
            <a:r>
              <a:rPr lang="en-US" sz="18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800" dirty="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tarım</a:t>
            </a:r>
            <a:r>
              <a:rPr lang="en-US" sz="18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800" dirty="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endüstrisine</a:t>
            </a:r>
            <a:r>
              <a:rPr lang="en-US" sz="18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800" dirty="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çeşitli</a:t>
            </a:r>
            <a:r>
              <a:rPr lang="en-US" sz="18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800" dirty="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faydalar</a:t>
            </a:r>
            <a:r>
              <a:rPr lang="en-US" sz="18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800" dirty="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sunar</a:t>
            </a:r>
            <a:r>
              <a:rPr lang="en-US" sz="18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.</a:t>
            </a:r>
            <a:endParaRPr lang="en-US" sz="1800">
              <a:latin typeface="Aptos"/>
            </a:endParaRPr>
          </a:p>
          <a:p>
            <a:pPr>
              <a:buSzPct val="114999"/>
            </a:pPr>
            <a:r>
              <a:rPr lang="en-US" sz="1800" dirty="0" err="1">
                <a:solidFill>
                  <a:srgbClr val="C00000"/>
                </a:solidFill>
                <a:latin typeface="Aptos"/>
                <a:ea typeface="+mn-lt"/>
                <a:cs typeface="+mn-lt"/>
              </a:rPr>
              <a:t>Eğitim</a:t>
            </a:r>
            <a:r>
              <a:rPr lang="en-US" sz="1800" dirty="0">
                <a:solidFill>
                  <a:srgbClr val="C00000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800" dirty="0" err="1">
                <a:solidFill>
                  <a:srgbClr val="C00000"/>
                </a:solidFill>
                <a:latin typeface="Aptos"/>
                <a:ea typeface="+mn-lt"/>
                <a:cs typeface="+mn-lt"/>
              </a:rPr>
              <a:t>ve</a:t>
            </a:r>
            <a:r>
              <a:rPr lang="en-US" sz="1800" dirty="0">
                <a:solidFill>
                  <a:srgbClr val="C00000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800" dirty="0" err="1">
                <a:solidFill>
                  <a:srgbClr val="C00000"/>
                </a:solidFill>
                <a:latin typeface="Aptos"/>
                <a:ea typeface="+mn-lt"/>
                <a:cs typeface="+mn-lt"/>
              </a:rPr>
              <a:t>Öğrenme</a:t>
            </a:r>
            <a:r>
              <a:rPr lang="en-US" sz="18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: Intel Galileo, STEM </a:t>
            </a:r>
            <a:r>
              <a:rPr lang="en-US" sz="1800" dirty="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eğitimi</a:t>
            </a:r>
            <a:r>
              <a:rPr lang="en-US" sz="18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800" dirty="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için</a:t>
            </a:r>
            <a:r>
              <a:rPr lang="en-US" sz="18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800" dirty="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harika</a:t>
            </a:r>
            <a:r>
              <a:rPr lang="en-US" sz="18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800" dirty="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bir</a:t>
            </a:r>
            <a:r>
              <a:rPr lang="en-US" sz="18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800" dirty="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araçtır</a:t>
            </a:r>
            <a:r>
              <a:rPr lang="en-US" sz="18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800" dirty="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ve</a:t>
            </a:r>
            <a:r>
              <a:rPr lang="en-US" sz="18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800" dirty="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öğrencilere</a:t>
            </a:r>
            <a:r>
              <a:rPr lang="en-US" sz="18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800" dirty="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gömülü</a:t>
            </a:r>
            <a:r>
              <a:rPr lang="en-US" sz="18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800" dirty="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sistemler</a:t>
            </a:r>
            <a:r>
              <a:rPr lang="en-US" sz="18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800" dirty="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ve</a:t>
            </a:r>
            <a:r>
              <a:rPr lang="en-US" sz="18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 IoT </a:t>
            </a:r>
            <a:r>
              <a:rPr lang="en-US" sz="1800" dirty="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konularında</a:t>
            </a:r>
            <a:r>
              <a:rPr lang="en-US" sz="18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800" dirty="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pratik</a:t>
            </a:r>
            <a:r>
              <a:rPr lang="en-US" sz="18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800" dirty="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deneyim</a:t>
            </a:r>
            <a:r>
              <a:rPr lang="en-US" sz="18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800" dirty="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kazandırır</a:t>
            </a:r>
            <a:r>
              <a:rPr lang="en-US" sz="18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.</a:t>
            </a:r>
            <a:endParaRPr lang="en-US" sz="1800">
              <a:latin typeface="Aptos"/>
            </a:endParaRPr>
          </a:p>
          <a:p>
            <a:pPr>
              <a:buSzPct val="114999"/>
            </a:pPr>
            <a:endParaRPr lang="en-US" dirty="0"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9416974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3C9B1-F3FE-8BAD-0EE9-FF654E383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262626"/>
                </a:solidFill>
                <a:latin typeface="Aptos"/>
                <a:ea typeface="+mj-lt"/>
                <a:cs typeface="+mj-lt"/>
              </a:rPr>
              <a:t>Intel Galileo Gen 1 ve Gen 2: İnceleme</a:t>
            </a:r>
            <a:endParaRPr lang="en-US">
              <a:solidFill>
                <a:srgbClr val="262626"/>
              </a:solidFill>
              <a:latin typeface="Aptos"/>
              <a:cs typeface="Calibri"/>
            </a:endParaRPr>
          </a:p>
        </p:txBody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29BB2DD4-55D8-EBAA-BF44-3E087532C5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29933716"/>
              </p:ext>
            </p:extLst>
          </p:nvPr>
        </p:nvGraphicFramePr>
        <p:xfrm>
          <a:off x="1295400" y="2772384"/>
          <a:ext cx="9601197" cy="28748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858538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9597A-C67B-F176-0570-25293E861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262626"/>
                </a:solidFill>
                <a:ea typeface="+mj-lt"/>
                <a:cs typeface="+mj-lt"/>
              </a:rPr>
              <a:t>1)Intel Galileo Gen 1</a:t>
            </a:r>
            <a:endParaRPr lang="en-US">
              <a:solidFill>
                <a:srgbClr val="262626"/>
              </a:solidFill>
            </a:endParaRPr>
          </a:p>
        </p:txBody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F31DBF28-7850-FAA8-BABB-431D6E1407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81930470"/>
              </p:ext>
            </p:extLst>
          </p:nvPr>
        </p:nvGraphicFramePr>
        <p:xfrm>
          <a:off x="1295400" y="2772384"/>
          <a:ext cx="9601197" cy="28748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347673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C93797FD-7F0A-483E-966E-7FE88F8D87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94299858-315B-4242-A342-32FD05E4DE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783D501-1479-4FE1-A62C-B9C862498C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C53C2CCF-3504-410A-A978-9BCC7D295A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444AA77E-0BD7-413F-9123-2CDF296BAD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DB3BAEE-5BE4-4B17-A2DA-B334759C4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2EEF69A6-3443-481F-9636-8056FD3C01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7B661F26-738E-58DB-D3E5-639D67223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4876337"/>
            <a:ext cx="9601196" cy="126377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GEN 1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2DA9DDA-6708-4E6F-8A09-90C6007D47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6138" y="496089"/>
            <a:ext cx="11218182" cy="4075912"/>
          </a:xfrm>
          <a:prstGeom prst="rect">
            <a:avLst/>
          </a:prstGeom>
          <a:blipFill dpi="0" rotWithShape="1">
            <a:blip r:embed="rId5"/>
            <a:srcRect/>
            <a:tile tx="0" ty="0" sx="100000" sy="100000" flip="none" algn="tl"/>
          </a:blipFill>
          <a:ln>
            <a:noFill/>
          </a:ln>
          <a:effectLst>
            <a:outerShdw blurRad="114300" dist="127000" dir="5400000" sx="99000" sy="99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woPt" dir="t"/>
          </a:scene3d>
          <a:sp3d contourW="6350">
            <a:bevelT w="12700" h="0" prst="coolSlant"/>
            <a:contourClr>
              <a:schemeClr val="bg2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E9E42D4-A338-40E9-8211-9443164F30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977" y="659525"/>
            <a:ext cx="10890504" cy="3749040"/>
          </a:xfrm>
          <a:prstGeom prst="rect">
            <a:avLst/>
          </a:prstGeom>
          <a:noFill/>
          <a:ln w="15875" cap="flat"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Content Placeholder 8" descr="Tanımsız">
            <a:extLst>
              <a:ext uri="{FF2B5EF4-FFF2-40B4-BE49-F238E27FC236}">
                <a16:creationId xmlns:a16="http://schemas.microsoft.com/office/drawing/2014/main" id="{DEF059C9-471E-49F8-CEA7-9B43117AEA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6529" y="659252"/>
            <a:ext cx="5448879" cy="3896724"/>
          </a:xfrm>
          <a:prstGeom prst="rect">
            <a:avLst/>
          </a:prstGeom>
        </p:spPr>
      </p:pic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71B23224-772F-036C-7D43-96B203C18915}"/>
              </a:ext>
            </a:extLst>
          </p:cNvPr>
          <p:cNvSpPr>
            <a:spLocks/>
          </p:cNvSpPr>
          <p:nvPr/>
        </p:nvSpPr>
        <p:spPr>
          <a:xfrm>
            <a:off x="6236962" y="1140821"/>
            <a:ext cx="3155161" cy="221350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603504">
              <a:spcAft>
                <a:spcPts val="600"/>
              </a:spcAft>
            </a:pPr>
            <a:endParaRPr lang="en-US" sz="1188" kern="1200">
              <a:solidFill>
                <a:srgbClr val="262626"/>
              </a:solidFill>
              <a:latin typeface="+mn-lt"/>
              <a:ea typeface="+mn-ea"/>
              <a:cs typeface="+mn-cs"/>
            </a:endParaRPr>
          </a:p>
          <a:p>
            <a:pPr defTabSz="603504">
              <a:spcAft>
                <a:spcPts val="600"/>
              </a:spcAft>
              <a:buSzPct val="114999"/>
            </a:pPr>
            <a:endParaRPr lang="en-US" sz="1188" kern="1200">
              <a:solidFill>
                <a:srgbClr val="262626"/>
              </a:solidFill>
              <a:latin typeface="+mn-lt"/>
              <a:ea typeface="+mn-ea"/>
              <a:cs typeface="+mn-cs"/>
            </a:endParaRPr>
          </a:p>
          <a:p>
            <a:pPr defTabSz="603504">
              <a:spcAft>
                <a:spcPts val="600"/>
              </a:spcAft>
              <a:buSzPct val="114999"/>
            </a:pPr>
            <a:endParaRPr lang="en-US" sz="1188" kern="1200">
              <a:solidFill>
                <a:srgbClr val="262626"/>
              </a:solidFill>
              <a:latin typeface="+mn-lt"/>
              <a:ea typeface="+mn-ea"/>
              <a:cs typeface="+mn-cs"/>
            </a:endParaRPr>
          </a:p>
          <a:p>
            <a:pPr defTabSz="603504">
              <a:spcAft>
                <a:spcPts val="600"/>
              </a:spcAft>
              <a:buSzPct val="114999"/>
            </a:pPr>
            <a:endParaRPr lang="en-US" sz="1188" kern="1200">
              <a:solidFill>
                <a:srgbClr val="262626"/>
              </a:solidFill>
              <a:latin typeface="+mn-lt"/>
              <a:ea typeface="+mn-ea"/>
              <a:cs typeface="+mn-cs"/>
            </a:endParaRPr>
          </a:p>
          <a:p>
            <a:pPr defTabSz="603504">
              <a:spcAft>
                <a:spcPts val="600"/>
              </a:spcAft>
              <a:buSzPct val="114999"/>
            </a:pPr>
            <a:r>
              <a:rPr lang="en-US" sz="1848" kern="1200">
                <a:solidFill>
                  <a:srgbClr val="262626"/>
                </a:solidFill>
                <a:latin typeface="+mn-lt"/>
                <a:ea typeface="+mn-ea"/>
                <a:cs typeface="+mn-cs"/>
              </a:rPr>
              <a:t>      </a:t>
            </a:r>
            <a:endParaRPr lang="en-US" sz="1848" kern="120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defTabSz="603504">
              <a:spcAft>
                <a:spcPts val="600"/>
              </a:spcAft>
              <a:buSzPct val="114999"/>
            </a:pPr>
            <a:endParaRPr lang="en-US" sz="1188" kern="1200">
              <a:solidFill>
                <a:srgbClr val="262626"/>
              </a:solidFill>
              <a:latin typeface="+mn-lt"/>
              <a:ea typeface="+mn-ea"/>
              <a:cs typeface="+mn-cs"/>
            </a:endParaRPr>
          </a:p>
          <a:p>
            <a:pPr defTabSz="603504">
              <a:spcAft>
                <a:spcPts val="600"/>
              </a:spcAft>
              <a:buSzPct val="114999"/>
            </a:pPr>
            <a:endParaRPr lang="en-US" sz="1188" kern="1200">
              <a:solidFill>
                <a:srgbClr val="262626"/>
              </a:solidFill>
              <a:latin typeface="+mn-lt"/>
              <a:ea typeface="+mn-ea"/>
              <a:cs typeface="+mn-cs"/>
            </a:endParaRPr>
          </a:p>
          <a:p>
            <a:pPr defTabSz="603504">
              <a:spcAft>
                <a:spcPts val="600"/>
              </a:spcAft>
              <a:buSzPct val="114999"/>
            </a:pPr>
            <a:endParaRPr lang="en-US" sz="1188" kern="1200">
              <a:solidFill>
                <a:srgbClr val="262626"/>
              </a:solidFill>
              <a:latin typeface="+mn-lt"/>
              <a:ea typeface="+mn-ea"/>
              <a:cs typeface="+mn-cs"/>
            </a:endParaRPr>
          </a:p>
          <a:p>
            <a:pPr defTabSz="603504">
              <a:spcAft>
                <a:spcPts val="600"/>
              </a:spcAft>
              <a:buSzPct val="114999"/>
            </a:pPr>
            <a:endParaRPr lang="en-US" sz="1188" kern="1200">
              <a:solidFill>
                <a:srgbClr val="262626"/>
              </a:solidFill>
              <a:latin typeface="+mn-lt"/>
              <a:ea typeface="+mn-ea"/>
              <a:cs typeface="+mn-cs"/>
            </a:endParaRPr>
          </a:p>
          <a:p>
            <a:pPr>
              <a:spcAft>
                <a:spcPts val="600"/>
              </a:spcAft>
              <a:buSzPct val="114999"/>
            </a:pPr>
            <a:endParaRPr lang="en-US" sz="1800">
              <a:solidFill>
                <a:srgbClr val="262626"/>
              </a:solidFill>
            </a:endParaRPr>
          </a:p>
        </p:txBody>
      </p:sp>
      <p:pic>
        <p:nvPicPr>
          <p:cNvPr id="13" name="Picture 12" descr="Arduino Intel Galileo - diyot.net nedir ?">
            <a:extLst>
              <a:ext uri="{FF2B5EF4-FFF2-40B4-BE49-F238E27FC236}">
                <a16:creationId xmlns:a16="http://schemas.microsoft.com/office/drawing/2014/main" id="{6511EAD0-F490-661A-AEBF-4EA0263AC3D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74873" y="741991"/>
            <a:ext cx="5981474" cy="3738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43207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614F7DB2-2747-44B1-8CCD-EA4CF6EABA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B274392-2BAA-4EFD-A7A4-941ABF7B2B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4E9F97B-B428-4C46-8004-BC4A40DEF3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6C42F04-DEA1-45C3-9F84-8B1652F9C9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DA860151-6D39-4EDD-99B8-908690A0DD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C02D87C-1E23-4B24-AFE6-A85743C72F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C878D9A-77BE-4701-AE3D-EEFC53CD5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43BE08-0ED1-4B73-AC6D-B7E26A59CD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4663" y="469900"/>
            <a:ext cx="3695002" cy="59182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balanced" dir="t"/>
          </a:scene3d>
          <a:sp3d>
            <a:bevelT w="635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56B2094-7FC0-45FC-BFED-3CB88CEE63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9668" y="635508"/>
            <a:ext cx="3364992" cy="5586984"/>
          </a:xfrm>
          <a:prstGeom prst="rect">
            <a:avLst/>
          </a:prstGeom>
          <a:noFill/>
          <a:ln w="15875" cap="flat">
            <a:solidFill>
              <a:schemeClr val="accent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7A4B640-BB7F-4272-A710-068DBA9F9A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0"/>
            <a:ext cx="7537704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30000">
                <a:schemeClr val="bg1"/>
              </a:gs>
              <a:gs pos="61000">
                <a:schemeClr val="bg2">
                  <a:lumMod val="20000"/>
                  <a:lumOff val="80000"/>
                </a:schemeClr>
              </a:gs>
              <a:gs pos="97000">
                <a:schemeClr val="bg2">
                  <a:lumMod val="70000"/>
                  <a:lumOff val="3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innerShdw blurRad="63500" dist="50800" dir="10800000">
              <a:prstClr val="black">
                <a:alpha val="3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65F8D-64B7-52D8-6843-AEEDA545CC2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140934" y="469900"/>
            <a:ext cx="5953630" cy="5405968"/>
          </a:xfr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2)Intel Galileo Gen 2:</a:t>
            </a:r>
            <a:endParaRPr lang="en-US" dirty="0"/>
          </a:p>
          <a:p>
            <a:pPr marL="228600" lvl="1" indent="-228600"/>
            <a:r>
              <a:rPr lang="en-US" dirty="0">
                <a:latin typeface="Aptos"/>
              </a:rPr>
              <a:t>Intel </a:t>
            </a:r>
            <a:r>
              <a:rPr lang="en-US" err="1">
                <a:latin typeface="Aptos"/>
              </a:rPr>
              <a:t>Galileo'nun</a:t>
            </a:r>
            <a:r>
              <a:rPr lang="en-US" dirty="0">
                <a:latin typeface="Aptos"/>
              </a:rPr>
              <a:t> </a:t>
            </a:r>
            <a:r>
              <a:rPr lang="en-US" err="1">
                <a:latin typeface="Aptos"/>
              </a:rPr>
              <a:t>ikinci</a:t>
            </a:r>
            <a:r>
              <a:rPr lang="en-US" dirty="0">
                <a:latin typeface="Aptos"/>
              </a:rPr>
              <a:t> </a:t>
            </a:r>
            <a:r>
              <a:rPr lang="en-US" err="1">
                <a:latin typeface="Aptos"/>
              </a:rPr>
              <a:t>nesil</a:t>
            </a:r>
            <a:r>
              <a:rPr lang="en-US" dirty="0">
                <a:latin typeface="Aptos"/>
              </a:rPr>
              <a:t> </a:t>
            </a:r>
            <a:r>
              <a:rPr lang="en-US" err="1">
                <a:latin typeface="Aptos"/>
              </a:rPr>
              <a:t>versiyonudur</a:t>
            </a:r>
            <a:r>
              <a:rPr lang="en-US" dirty="0">
                <a:latin typeface="Aptos"/>
              </a:rPr>
              <a:t>.</a:t>
            </a:r>
          </a:p>
          <a:p>
            <a:r>
              <a:rPr lang="en-US" sz="2000" dirty="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İşlemci</a:t>
            </a:r>
            <a:r>
              <a:rPr lang="en-US" sz="20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: Intel Quark X1000, 32-bit, 400MHz</a:t>
            </a:r>
          </a:p>
          <a:p>
            <a:pPr>
              <a:buSzPct val="114999"/>
            </a:pPr>
            <a:r>
              <a:rPr lang="en-US" sz="20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Güç </a:t>
            </a:r>
            <a:r>
              <a:rPr lang="en-US" sz="200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Girişi</a:t>
            </a:r>
            <a:r>
              <a:rPr lang="en-US" sz="20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: 7V-15V</a:t>
            </a:r>
            <a:endParaRPr lang="en-US" sz="2000">
              <a:latin typeface="Aptos"/>
            </a:endParaRPr>
          </a:p>
          <a:p>
            <a:pPr>
              <a:buSzPct val="114999"/>
            </a:pPr>
            <a:r>
              <a:rPr lang="en-US" sz="20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Ethernet </a:t>
            </a:r>
            <a:r>
              <a:rPr lang="en-US" sz="200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Bağlantısı</a:t>
            </a:r>
            <a:r>
              <a:rPr lang="en-US" sz="20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: Var (10/100 Mbit)</a:t>
            </a:r>
            <a:endParaRPr lang="en-US" sz="2000">
              <a:latin typeface="Aptos"/>
            </a:endParaRPr>
          </a:p>
          <a:p>
            <a:pPr>
              <a:buSzPct val="114999"/>
            </a:pPr>
            <a:r>
              <a:rPr lang="en-US" sz="20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RS-232 </a:t>
            </a:r>
            <a:r>
              <a:rPr lang="en-US" sz="200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Konsol</a:t>
            </a:r>
            <a:r>
              <a:rPr lang="en-US" sz="20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 Portu: 1x6 </a:t>
            </a:r>
            <a:r>
              <a:rPr lang="en-US" sz="200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pinli</a:t>
            </a:r>
            <a:r>
              <a:rPr lang="en-US" sz="20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 3,3V USB TTL UART </a:t>
            </a:r>
            <a:r>
              <a:rPr lang="en-US" sz="200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başlığı</a:t>
            </a:r>
            <a:endParaRPr lang="en-US" sz="2000">
              <a:latin typeface="Aptos"/>
            </a:endParaRPr>
          </a:p>
          <a:p>
            <a:pPr>
              <a:buSzPct val="114999"/>
            </a:pPr>
            <a:r>
              <a:rPr lang="en-US" sz="20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PWM </a:t>
            </a:r>
            <a:r>
              <a:rPr lang="en-US" sz="200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Özelliği</a:t>
            </a:r>
            <a:r>
              <a:rPr lang="en-US" sz="20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: 12 bit </a:t>
            </a:r>
            <a:r>
              <a:rPr lang="en-US" sz="200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darbe</a:t>
            </a:r>
            <a:r>
              <a:rPr lang="en-US" sz="20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genişliği</a:t>
            </a:r>
            <a:r>
              <a:rPr lang="en-US" sz="20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modülasyonu</a:t>
            </a:r>
            <a:r>
              <a:rPr lang="en-US" sz="20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 (PWM)</a:t>
            </a:r>
            <a:endParaRPr lang="en-US" sz="2000">
              <a:latin typeface="Aptos"/>
            </a:endParaRPr>
          </a:p>
          <a:p>
            <a:pPr>
              <a:buSzPct val="114999"/>
            </a:pPr>
            <a:r>
              <a:rPr lang="en-US" sz="20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PoE </a:t>
            </a:r>
            <a:r>
              <a:rPr lang="en-US" sz="200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Desteği</a:t>
            </a:r>
            <a:r>
              <a:rPr lang="en-US" sz="20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: Evet (</a:t>
            </a:r>
            <a:r>
              <a:rPr lang="en-US" sz="200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Silvertel</a:t>
            </a:r>
            <a:r>
              <a:rPr lang="en-US" sz="20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 Ag9712-2BR/FL </a:t>
            </a:r>
            <a:r>
              <a:rPr lang="en-US" sz="200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güç</a:t>
            </a:r>
            <a:r>
              <a:rPr lang="en-US" sz="20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modülünün</a:t>
            </a:r>
            <a:r>
              <a:rPr lang="en-US" sz="20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kurulumunu</a:t>
            </a:r>
            <a:r>
              <a:rPr lang="en-US" sz="20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gerektirir</a:t>
            </a:r>
            <a:r>
              <a:rPr lang="en-US" sz="20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)</a:t>
            </a:r>
            <a:endParaRPr lang="en-US" sz="2000">
              <a:latin typeface="Aptos"/>
            </a:endParaRPr>
          </a:p>
          <a:p>
            <a:pPr>
              <a:buSzPct val="114999"/>
            </a:pPr>
            <a:r>
              <a:rPr lang="en-US" sz="20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Genel </a:t>
            </a:r>
            <a:r>
              <a:rPr lang="en-US" sz="200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Özellikler</a:t>
            </a:r>
            <a:r>
              <a:rPr lang="en-US" sz="20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: Arduino Uno R3 form </a:t>
            </a:r>
            <a:r>
              <a:rPr lang="en-US" sz="200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faktöründe</a:t>
            </a:r>
            <a:r>
              <a:rPr lang="en-US" sz="20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, 100Mb Ethernet, mini-PCI Express </a:t>
            </a:r>
            <a:r>
              <a:rPr lang="en-US" sz="200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yuvası</a:t>
            </a:r>
            <a:r>
              <a:rPr lang="en-US" sz="20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, microSD kart </a:t>
            </a:r>
            <a:r>
              <a:rPr lang="en-US" sz="200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yuvası</a:t>
            </a:r>
            <a:endParaRPr lang="en-US" sz="2000">
              <a:solidFill>
                <a:srgbClr val="0D0D0D"/>
              </a:solidFill>
              <a:latin typeface="Aptos"/>
              <a:ea typeface="+mn-lt"/>
              <a:cs typeface="+mn-lt"/>
            </a:endParaRPr>
          </a:p>
          <a:p>
            <a:pPr marL="0" lvl="1" indent="0">
              <a:buSzPct val="114999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49406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B77576E5-E7DB-46C7-B0D9-A0AB187873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2C244BC-AB19-460B-9A7B-5BAFE9DEAB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2D7728D-2CB0-4ADE-B6BF-4BA8ED772A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A3E0EDB8-8162-4D16-9521-52415777B0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7060CB3-C139-4548-A73F-74689C9292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4434DCA8-BC57-40AE-94D7-754460957E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93A23A1-FB7B-4C57-8240-0B6015C111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736" y="28937"/>
            <a:ext cx="12188825" cy="6856214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D43CA6E1-DE85-4998-B1CA-2B617EDF60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8744" y="671208"/>
            <a:ext cx="10937716" cy="5551283"/>
          </a:xfrm>
          <a:prstGeom prst="rect">
            <a:avLst/>
          </a:prstGeom>
          <a:noFill/>
          <a:ln w="22225" cap="flat">
            <a:solidFill>
              <a:schemeClr val="accent1"/>
            </a:solidFill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AD162A3C-D7A8-4B2A-94B1-73192CBC5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29184" y="3174136"/>
            <a:ext cx="777240" cy="60642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B8F1012-6DEE-4829-9F32-620A711094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11437976" y="3174136"/>
            <a:ext cx="777240" cy="606425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BB0F506-B52C-C64F-73D8-1FCAE641C242}"/>
              </a:ext>
            </a:extLst>
          </p:cNvPr>
          <p:cNvSpPr>
            <a:spLocks/>
          </p:cNvSpPr>
          <p:nvPr/>
        </p:nvSpPr>
        <p:spPr>
          <a:xfrm>
            <a:off x="6181344" y="2560320"/>
            <a:ext cx="4718304" cy="331012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53B0E6-9F20-81B5-9AE7-A5A8F3B5F24B}"/>
              </a:ext>
            </a:extLst>
          </p:cNvPr>
          <p:cNvSpPr>
            <a:spLocks/>
          </p:cNvSpPr>
          <p:nvPr/>
        </p:nvSpPr>
        <p:spPr>
          <a:xfrm>
            <a:off x="1906890" y="2337358"/>
            <a:ext cx="4885502" cy="3427426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 defTabSz="941832">
              <a:spcAft>
                <a:spcPts val="600"/>
              </a:spcAft>
            </a:pPr>
            <a:r>
              <a:rPr lang="en-US" sz="3200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GEN 2</a:t>
            </a:r>
            <a:r>
              <a:rPr lang="en-US" sz="3200" dirty="0">
                <a:solidFill>
                  <a:srgbClr val="7030A0"/>
                </a:solidFill>
              </a:rPr>
              <a:t>               </a:t>
            </a:r>
          </a:p>
        </p:txBody>
      </p:sp>
      <p:pic>
        <p:nvPicPr>
          <p:cNvPr id="7" name="Picture 6" descr="Intel Galileo Gen 2">
            <a:extLst>
              <a:ext uri="{FF2B5EF4-FFF2-40B4-BE49-F238E27FC236}">
                <a16:creationId xmlns:a16="http://schemas.microsoft.com/office/drawing/2014/main" id="{77CCA4AF-218E-4742-B491-3C156A15D6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3331" y="-586899"/>
            <a:ext cx="8640415" cy="8552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16902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1CF16-216F-0948-1B5C-3476936DD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B0F0"/>
                </a:solidFill>
              </a:rPr>
              <a:t>DETAYLAR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97134-865A-AD8A-0080-9EB9D188A1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Her </a:t>
            </a:r>
            <a:r>
              <a:rPr lang="en-US" sz="2000" dirty="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iki</a:t>
            </a:r>
            <a:r>
              <a:rPr lang="en-US" sz="20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 Galileo </a:t>
            </a:r>
            <a:r>
              <a:rPr lang="en-US" sz="2000" dirty="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kartı</a:t>
            </a:r>
            <a:r>
              <a:rPr lang="en-US" sz="20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 da Arduino </a:t>
            </a:r>
            <a:r>
              <a:rPr lang="en-US" sz="2000" dirty="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kalkan</a:t>
            </a:r>
            <a:r>
              <a:rPr lang="en-US" sz="20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ekosistemini</a:t>
            </a:r>
            <a:r>
              <a:rPr lang="en-US" sz="20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destekliyor</a:t>
            </a:r>
            <a:r>
              <a:rPr lang="en-US" sz="20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. </a:t>
            </a:r>
            <a:r>
              <a:rPr lang="en-US" sz="2000" dirty="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Diğer</a:t>
            </a:r>
            <a:r>
              <a:rPr lang="en-US" sz="20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birçok</a:t>
            </a:r>
            <a:r>
              <a:rPr lang="en-US" sz="20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 Arduino </a:t>
            </a:r>
            <a:r>
              <a:rPr lang="en-US" sz="2000" dirty="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kartının</a:t>
            </a:r>
            <a:r>
              <a:rPr lang="en-US" sz="20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aksine</a:t>
            </a:r>
            <a:r>
              <a:rPr lang="en-US" sz="20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, Intel </a:t>
            </a:r>
            <a:r>
              <a:rPr lang="en-US" sz="2000" dirty="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anakartları</a:t>
            </a:r>
            <a:r>
              <a:rPr lang="en-US" sz="20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 hem 3,3V hem de 5V </a:t>
            </a:r>
            <a:r>
              <a:rPr lang="en-US" sz="2000" dirty="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kalkanları</a:t>
            </a:r>
            <a:r>
              <a:rPr lang="en-US" sz="20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destekler</a:t>
            </a:r>
            <a:r>
              <a:rPr lang="en-US" sz="20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. Bu, </a:t>
            </a:r>
            <a:r>
              <a:rPr lang="en-US" sz="2000" dirty="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kullanıcıların</a:t>
            </a:r>
            <a:r>
              <a:rPr lang="en-US" sz="20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farklı</a:t>
            </a:r>
            <a:r>
              <a:rPr lang="en-US" sz="20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sensörler</a:t>
            </a:r>
            <a:r>
              <a:rPr lang="en-US" sz="20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ve</a:t>
            </a:r>
            <a:r>
              <a:rPr lang="en-US" sz="20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bileşenlerle</a:t>
            </a:r>
            <a:r>
              <a:rPr lang="en-US" sz="20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kolayca</a:t>
            </a:r>
            <a:r>
              <a:rPr lang="en-US" sz="20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etkileşime</a:t>
            </a:r>
            <a:r>
              <a:rPr lang="en-US" sz="20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geçebilmelerini</a:t>
            </a:r>
            <a:r>
              <a:rPr lang="en-US" sz="20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sağlar</a:t>
            </a:r>
            <a:r>
              <a:rPr lang="en-US" sz="20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.</a:t>
            </a:r>
            <a:endParaRPr lang="en-US" sz="2000" dirty="0">
              <a:latin typeface="Aptos"/>
            </a:endParaRPr>
          </a:p>
          <a:p>
            <a:pPr marL="0" indent="0">
              <a:buSzPct val="114999"/>
              <a:buNone/>
            </a:pPr>
            <a:r>
              <a:rPr lang="en-US" sz="20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Intel </a:t>
            </a:r>
            <a:r>
              <a:rPr lang="en-US" sz="2000" dirty="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geliştirme</a:t>
            </a:r>
            <a:r>
              <a:rPr lang="en-US" sz="20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kartları</a:t>
            </a:r>
            <a:r>
              <a:rPr lang="en-US" sz="20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, </a:t>
            </a:r>
            <a:r>
              <a:rPr lang="en-US" sz="2000" dirty="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çeşitli</a:t>
            </a:r>
            <a:r>
              <a:rPr lang="en-US" sz="20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bilgi</a:t>
            </a:r>
            <a:r>
              <a:rPr lang="en-US" sz="20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işlem</a:t>
            </a:r>
            <a:r>
              <a:rPr lang="en-US" sz="20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endüstrisi</a:t>
            </a:r>
            <a:r>
              <a:rPr lang="en-US" sz="20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standart</a:t>
            </a:r>
            <a:r>
              <a:rPr lang="en-US" sz="20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 G/Ç </a:t>
            </a:r>
            <a:r>
              <a:rPr lang="en-US" sz="2000" dirty="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arayüzleriyle</a:t>
            </a:r>
            <a:r>
              <a:rPr lang="en-US" sz="20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birlikte</a:t>
            </a:r>
            <a:r>
              <a:rPr lang="en-US" sz="20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gelir</a:t>
            </a:r>
            <a:r>
              <a:rPr lang="en-US" sz="20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. PCI Express </a:t>
            </a:r>
            <a:r>
              <a:rPr lang="en-US" sz="2000" dirty="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desteği</a:t>
            </a:r>
            <a:r>
              <a:rPr lang="en-US" sz="20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, </a:t>
            </a:r>
            <a:r>
              <a:rPr lang="en-US" sz="2000" dirty="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WiFi</a:t>
            </a:r>
            <a:r>
              <a:rPr lang="en-US" sz="20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, Bluetooth </a:t>
            </a:r>
            <a:r>
              <a:rPr lang="en-US" sz="2000" dirty="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veya</a:t>
            </a:r>
            <a:r>
              <a:rPr lang="en-US" sz="20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 GSM </a:t>
            </a:r>
            <a:r>
              <a:rPr lang="en-US" sz="2000" dirty="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kartlarının</a:t>
            </a:r>
            <a:r>
              <a:rPr lang="en-US" sz="20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doğrudan</a:t>
            </a:r>
            <a:r>
              <a:rPr lang="en-US" sz="20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karta</a:t>
            </a:r>
            <a:r>
              <a:rPr lang="en-US" sz="20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takılabilmesi</a:t>
            </a:r>
            <a:r>
              <a:rPr lang="en-US" sz="20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anlamına</a:t>
            </a:r>
            <a:r>
              <a:rPr lang="en-US" sz="20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gelir</a:t>
            </a:r>
            <a:r>
              <a:rPr lang="en-US" sz="20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. </a:t>
            </a:r>
            <a:r>
              <a:rPr lang="en-US" sz="2000" dirty="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Ayrıca</a:t>
            </a:r>
            <a:r>
              <a:rPr lang="en-US" sz="20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, </a:t>
            </a:r>
            <a:r>
              <a:rPr lang="en-US" sz="2000" dirty="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katı</a:t>
            </a:r>
            <a:r>
              <a:rPr lang="en-US" sz="20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hal</a:t>
            </a:r>
            <a:r>
              <a:rPr lang="en-US" sz="20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sürücülerinin</a:t>
            </a:r>
            <a:r>
              <a:rPr lang="en-US" sz="20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 Galileo </a:t>
            </a:r>
            <a:r>
              <a:rPr lang="en-US" sz="2000" dirty="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ile</a:t>
            </a:r>
            <a:r>
              <a:rPr lang="en-US" sz="20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kullanılmasına</a:t>
            </a:r>
            <a:r>
              <a:rPr lang="en-US" sz="20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olanak</a:t>
            </a:r>
            <a:r>
              <a:rPr lang="en-US" sz="20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D0D0D"/>
                </a:solidFill>
                <a:latin typeface="Aptos"/>
                <a:ea typeface="+mn-lt"/>
                <a:cs typeface="+mn-lt"/>
              </a:rPr>
              <a:t>tanır</a:t>
            </a:r>
            <a:r>
              <a:rPr lang="en-US" sz="2000" dirty="0">
                <a:solidFill>
                  <a:srgbClr val="0D0D0D"/>
                </a:solidFill>
                <a:latin typeface="Aptos"/>
                <a:ea typeface="+mn-lt"/>
                <a:cs typeface="+mn-lt"/>
              </a:rPr>
              <a:t>.</a:t>
            </a:r>
            <a:endParaRPr lang="en-US" sz="2000" dirty="0">
              <a:latin typeface="Aptos"/>
            </a:endParaRPr>
          </a:p>
          <a:p>
            <a:pPr>
              <a:buSzPct val="114999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70188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42156184-C35E-40FF-9C64-B7F0FF61C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E584079-BD13-4EFC-9B7D-BB620B5E7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4631" y="484632"/>
            <a:ext cx="11222737" cy="147963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balanced" dir="t"/>
          </a:scene3d>
          <a:sp3d>
            <a:bevelT w="635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C8D08C-A13D-6752-1E14-6C2169A86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421" y="796374"/>
            <a:ext cx="10583158" cy="880027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2"/>
                </a:solidFill>
              </a:rPr>
              <a:t>DETAYLAR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C7053FF-8E4D-4155-86CE-50A72DCD32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0747" y="648377"/>
            <a:ext cx="10890504" cy="1152144"/>
          </a:xfrm>
          <a:prstGeom prst="rect">
            <a:avLst/>
          </a:prstGeom>
          <a:noFill/>
          <a:ln w="15875" cap="flat">
            <a:solidFill>
              <a:schemeClr val="accent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42F442A-E722-4FA8-8DA6-41899E8842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86000"/>
            <a:ext cx="12192000" cy="4572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  <a:effectLst>
            <a:innerShdw blurRad="63500" dist="50800" dir="16200000">
              <a:prstClr val="black">
                <a:alpha val="3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FE40F7-2CAA-93E5-01BB-A419AA9B57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612256"/>
            <a:ext cx="9601196" cy="32636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Galileo Linux ile birlikte gönderilse de hem Gen 1 hem de Gen 2'de özel bir Windows sürümüne sahip olmak mümkündü. Ancak bu destek Microsoft tarafından 30 Kasım 2015'te askıya alındı .</a:t>
            </a:r>
            <a:r>
              <a:rPr lang="en-US" u="sng" baseline="30000">
                <a:solidFill>
                  <a:schemeClr val="bg1"/>
                </a:solidFill>
                <a:ea typeface="+mn-lt"/>
                <a:cs typeface="+mn-lt"/>
                <a:hlinkClick r:id="rId3"/>
              </a:rPr>
              <a:t>.</a:t>
            </a:r>
            <a:endParaRPr lang="en-US">
              <a:solidFill>
                <a:schemeClr val="bg1"/>
              </a:solidFill>
            </a:endParaRPr>
          </a:p>
          <a:p>
            <a:pPr marL="0" indent="0">
              <a:buSzPct val="114999"/>
              <a:buNone/>
            </a:pPr>
            <a:r>
              <a:rPr lang="en-US" baseline="30000">
                <a:solidFill>
                  <a:schemeClr val="bg1"/>
                </a:solidFill>
                <a:ea typeface="+mn-lt"/>
                <a:cs typeface="+mn-lt"/>
              </a:rPr>
              <a:t>Arduino ekosisteminin üç "seviyesi" vardır:</a:t>
            </a:r>
          </a:p>
          <a:p>
            <a:pPr marL="514350" indent="-514350">
              <a:buSzPct val="114999"/>
              <a:buAutoNum type="arabicPeriod"/>
            </a:pPr>
            <a:r>
              <a:rPr lang="en-US" baseline="30000">
                <a:solidFill>
                  <a:schemeClr val="bg1"/>
                </a:solidFill>
              </a:rPr>
              <a:t>Arduino</a:t>
            </a:r>
          </a:p>
          <a:p>
            <a:pPr marL="514350" indent="-514350">
              <a:buSzPct val="114999"/>
              <a:buAutoNum type="arabicPeriod"/>
            </a:pPr>
            <a:r>
              <a:rPr lang="en-US" baseline="30000">
                <a:solidFill>
                  <a:schemeClr val="bg1"/>
                </a:solidFill>
              </a:rPr>
              <a:t>AtHeart</a:t>
            </a:r>
            <a:endParaRPr lang="en-US">
              <a:solidFill>
                <a:schemeClr val="bg1"/>
              </a:solidFill>
            </a:endParaRPr>
          </a:p>
          <a:p>
            <a:pPr marL="514350" indent="-514350">
              <a:buSzPct val="114999"/>
              <a:buAutoNum type="arabicPeriod"/>
            </a:pPr>
            <a:r>
              <a:rPr lang="en-US" baseline="30000">
                <a:solidFill>
                  <a:schemeClr val="bg1"/>
                </a:solidFill>
              </a:rPr>
              <a:t>Sertifikalı        </a:t>
            </a:r>
            <a:r>
              <a:rPr lang="en-US" b="1" baseline="30000">
                <a:solidFill>
                  <a:schemeClr val="bg1"/>
                </a:solidFill>
              </a:rPr>
              <a:t> ------------------&gt;      Galileo Sertifikalı seviyesinde.</a:t>
            </a:r>
            <a:r>
              <a:rPr lang="en-US" baseline="30000">
                <a:solidFill>
                  <a:schemeClr val="bg1"/>
                </a:solidFill>
              </a:rPr>
              <a:t>      </a:t>
            </a:r>
            <a:r>
              <a:rPr lang="en-US" baseline="30000">
                <a:solidFill>
                  <a:schemeClr val="bg1"/>
                </a:solidFill>
                <a:ea typeface="+mn-lt"/>
                <a:cs typeface="+mn-lt"/>
              </a:rPr>
              <a:t>                                       </a:t>
            </a:r>
            <a:endParaRPr lang="en-US">
              <a:solidFill>
                <a:schemeClr val="bg1"/>
              </a:solidFill>
            </a:endParaRPr>
          </a:p>
          <a:p>
            <a:pPr marL="457200" indent="-457200">
              <a:buSzPct val="114999"/>
              <a:buAutoNum type="arabicPeriod"/>
            </a:pPr>
            <a:endParaRPr lang="en-US" baseline="30000">
              <a:solidFill>
                <a:schemeClr val="bg1"/>
              </a:solidFill>
            </a:endParaRPr>
          </a:p>
          <a:p>
            <a:pPr>
              <a:buAutoNum type="arabicPeriod"/>
            </a:pPr>
            <a:endParaRPr lang="en-US" baseline="30000">
              <a:solidFill>
                <a:schemeClr val="bg1"/>
              </a:solidFill>
            </a:endParaRPr>
          </a:p>
          <a:p>
            <a:pPr marL="0" indent="0">
              <a:buSzPct val="114999"/>
              <a:buNone/>
            </a:pPr>
            <a:endParaRPr lang="en-US" baseline="30000">
              <a:solidFill>
                <a:schemeClr val="bg1"/>
              </a:solidFill>
            </a:endParaRPr>
          </a:p>
          <a:p>
            <a:pPr>
              <a:buSzPct val="114999"/>
              <a:buAutoNum type="arabicPeriod"/>
            </a:pPr>
            <a:endParaRPr lang="en-US" baseline="30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8846404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27C64-8D83-94C7-E969-7477B20D9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B0F0"/>
                </a:solidFill>
              </a:rPr>
              <a:t>KAYNAKÇA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79C9A1-F830-6A9B-B9EA-F5EE407287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ea typeface="+mn-lt"/>
                <a:cs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https://en.wikipedia.org/wiki/Intel_Galileo</a:t>
            </a:r>
            <a:endParaRPr lang="en-US">
              <a:solidFill>
                <a:schemeClr val="tx1"/>
              </a:solidFill>
              <a:ea typeface="+mn-lt"/>
              <a:cs typeface="+mn-lt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514350" indent="-514350"/>
            <a:r>
              <a:rPr lang="en-US" dirty="0">
                <a:ea typeface="+mn-lt"/>
                <a:cs typeface="+mn-lt"/>
              </a:rPr>
              <a:t>  https://diyot.net/arduino-intel-galileo/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266627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Organic</vt:lpstr>
      <vt:lpstr> INTEL GALILEO PLATFORMU'NUN TANITILMASI</vt:lpstr>
      <vt:lpstr>Giriş</vt:lpstr>
      <vt:lpstr>INTEL GALILEO PLATFORMU'NUN ÖZELLİKLERİ</vt:lpstr>
      <vt:lpstr>Intel Galileo Platformunun Uygulama Alanları</vt:lpstr>
      <vt:lpstr>Intel Galileo Gen 1 ve Gen 2: İnceleme</vt:lpstr>
      <vt:lpstr>1)Intel Galileo Gen 1</vt:lpstr>
      <vt:lpstr>GEN 1</vt:lpstr>
      <vt:lpstr>PowerPoint Presentation</vt:lpstr>
      <vt:lpstr>PowerPoint Presentation</vt:lpstr>
      <vt:lpstr>DETAYLAR</vt:lpstr>
      <vt:lpstr>DETAYLAR</vt:lpstr>
      <vt:lpstr>KAYNAKÇA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/>
  <cp:lastModifiedBy/>
  <cp:revision>321</cp:revision>
  <dcterms:created xsi:type="dcterms:W3CDTF">2024-04-28T16:45:08Z</dcterms:created>
  <dcterms:modified xsi:type="dcterms:W3CDTF">2024-04-29T08:23:53Z</dcterms:modified>
</cp:coreProperties>
</file>